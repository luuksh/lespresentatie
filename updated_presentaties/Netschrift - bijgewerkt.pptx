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14"/>
  </p:notesMasterIdLst>
  <p:handoutMasterIdLst>
    <p:handoutMasterId r:id="rId15"/>
  </p:handoutMasterIdLst>
  <p:sldIdLst>
    <p:sldId id="256" r:id="rId5"/>
    <p:sldId id="257" r:id="rId6"/>
    <p:sldId id="258" r:id="rId7"/>
    <p:sldId id="259" r:id="rId8"/>
    <p:sldId id="260" r:id="rId9"/>
    <p:sldId id="261" r:id="rId10"/>
    <p:sldId id="262" r:id="rId11"/>
    <p:sldId id="263" r:id="rId12"/>
    <p:sldId id="264" r:id="rId13"/>
    <p:sldId id="265" r:id="rId22"/>
    <p:sldId id="266" r:id="rId23"/>
    <p:sldId id="267" r:id="rId24"/>
    <p:sldId id="268" r:id="rId25"/>
    <p:sldId id="269" r:id="rId26"/>
    <p:sldId id="270" r:id="rId2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9DF3D15-7F9F-C449-829D-923ABFC634F8}" v="2" dt="2025-09-13T06:43:38.016"/>
    <p1510:client id="{2C31B6D2-9E00-5F65-D7BB-F8E578A7D437}" v="31" dt="2025-09-13T06:38:32.74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34130"/>
    <p:restoredTop sz="86425"/>
  </p:normalViewPr>
  <p:slideViewPr>
    <p:cSldViewPr snapToGrid="0" snapToObjects="1">
      <p:cViewPr varScale="1">
        <p:scale>
          <a:sx n="98" d="100"/>
          <a:sy n="98" d="100"/>
        </p:scale>
        <p:origin x="1056" y="20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80" d="100"/>
        <a:sy n="80" d="100"/>
      </p:scale>
      <p:origin x="0" y="0"/>
    </p:cViewPr>
  </p:sorterViewPr>
  <p:notesViewPr>
    <p:cSldViewPr snapToGrid="0" snapToObjects="1">
      <p:cViewPr varScale="1">
        <p:scale>
          <a:sx n="87" d="100"/>
          <a:sy n="87" d="100"/>
        </p:scale>
        <p:origin x="4024" y="192"/>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notesMaster" Target="notesMasters/notesMaster1.xml"/><Relationship Id="rId15" Type="http://schemas.openxmlformats.org/officeDocument/2006/relationships/handoutMaster" Target="handoutMasters/handout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 Id="rId20" Type="http://schemas.microsoft.com/office/2016/11/relationships/changesInfo" Target="changesInfos/changesInfo1.xml"/><Relationship Id="rId21" Type="http://schemas.microsoft.com/office/2015/10/relationships/revisionInfo" Target="revisionInfo.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uuk Hijne" userId="S::l.hijne@cgu.nl::aa99aa8a-86e8-4971-8612-ba76a088456a" providerId="AD" clId="Web-{2C31B6D2-9E00-5F65-D7BB-F8E578A7D437}"/>
    <pc:docChg chg="mod modSld addMainMaster delMainMaster modMainMaster">
      <pc:chgData name="Luuk Hijne" userId="S::l.hijne@cgu.nl::aa99aa8a-86e8-4971-8612-ba76a088456a" providerId="AD" clId="Web-{2C31B6D2-9E00-5F65-D7BB-F8E578A7D437}" dt="2025-09-13T06:38:31.459" v="27" actId="20577"/>
      <pc:docMkLst>
        <pc:docMk/>
      </pc:docMkLst>
      <pc:sldChg chg="addSp delSp modSp mod modTransition setBg modClrScheme chgLayout">
        <pc:chgData name="Luuk Hijne" userId="S::l.hijne@cgu.nl::aa99aa8a-86e8-4971-8612-ba76a088456a" providerId="AD" clId="Web-{2C31B6D2-9E00-5F65-D7BB-F8E578A7D437}" dt="2025-09-13T06:36:06.120" v="15"/>
        <pc:sldMkLst>
          <pc:docMk/>
          <pc:sldMk cId="0" sldId="256"/>
        </pc:sldMkLst>
        <pc:spChg chg="del mod ord">
          <ac:chgData name="Luuk Hijne" userId="S::l.hijne@cgu.nl::aa99aa8a-86e8-4971-8612-ba76a088456a" providerId="AD" clId="Web-{2C31B6D2-9E00-5F65-D7BB-F8E578A7D437}" dt="2025-09-13T06:35:57.635" v="13"/>
          <ac:spMkLst>
            <pc:docMk/>
            <pc:sldMk cId="0" sldId="256"/>
            <ac:spMk id="2" creationId="{00000000-0000-0000-0000-000000000000}"/>
          </ac:spMkLst>
        </pc:spChg>
        <pc:spChg chg="del mod ord">
          <ac:chgData name="Luuk Hijne" userId="S::l.hijne@cgu.nl::aa99aa8a-86e8-4971-8612-ba76a088456a" providerId="AD" clId="Web-{2C31B6D2-9E00-5F65-D7BB-F8E578A7D437}" dt="2025-09-13T06:35:41.651" v="12"/>
          <ac:spMkLst>
            <pc:docMk/>
            <pc:sldMk cId="0" sldId="256"/>
            <ac:spMk id="3" creationId="{00000000-0000-0000-0000-000000000000}"/>
          </ac:spMkLst>
        </pc:spChg>
        <pc:spChg chg="add del mod">
          <ac:chgData name="Luuk Hijne" userId="S::l.hijne@cgu.nl::aa99aa8a-86e8-4971-8612-ba76a088456a" providerId="AD" clId="Web-{2C31B6D2-9E00-5F65-D7BB-F8E578A7D437}" dt="2025-09-13T06:36:00.010" v="14"/>
          <ac:spMkLst>
            <pc:docMk/>
            <pc:sldMk cId="0" sldId="256"/>
            <ac:spMk id="8" creationId="{84E6C3E4-3F18-A232-864E-5DC791185AFD}"/>
          </ac:spMkLst>
        </pc:spChg>
        <pc:spChg chg="add">
          <ac:chgData name="Luuk Hijne" userId="S::l.hijne@cgu.nl::aa99aa8a-86e8-4971-8612-ba76a088456a" providerId="AD" clId="Web-{2C31B6D2-9E00-5F65-D7BB-F8E578A7D437}" dt="2025-09-13T06:36:06.120" v="15"/>
          <ac:spMkLst>
            <pc:docMk/>
            <pc:sldMk cId="0" sldId="256"/>
            <ac:spMk id="17" creationId="{544958B8-57B6-4B37-8A18-D54A32EC2D37}"/>
          </ac:spMkLst>
        </pc:spChg>
        <pc:spChg chg="add">
          <ac:chgData name="Luuk Hijne" userId="S::l.hijne@cgu.nl::aa99aa8a-86e8-4971-8612-ba76a088456a" providerId="AD" clId="Web-{2C31B6D2-9E00-5F65-D7BB-F8E578A7D437}" dt="2025-09-13T06:36:06.120" v="15"/>
          <ac:spMkLst>
            <pc:docMk/>
            <pc:sldMk cId="0" sldId="256"/>
            <ac:spMk id="19" creationId="{B7E4A740-3A69-42A5-8AC0-3905D518F419}"/>
          </ac:spMkLst>
        </pc:spChg>
        <pc:grpChg chg="add">
          <ac:chgData name="Luuk Hijne" userId="S::l.hijne@cgu.nl::aa99aa8a-86e8-4971-8612-ba76a088456a" providerId="AD" clId="Web-{2C31B6D2-9E00-5F65-D7BB-F8E578A7D437}" dt="2025-09-13T06:36:06.120" v="15"/>
          <ac:grpSpMkLst>
            <pc:docMk/>
            <pc:sldMk cId="0" sldId="256"/>
            <ac:grpSpMk id="11" creationId="{5066F8AE-A5C7-4B3E-B1DA-D0B624059BED}"/>
          </ac:grpSpMkLst>
        </pc:grpChg>
        <pc:grpChg chg="add">
          <ac:chgData name="Luuk Hijne" userId="S::l.hijne@cgu.nl::aa99aa8a-86e8-4971-8612-ba76a088456a" providerId="AD" clId="Web-{2C31B6D2-9E00-5F65-D7BB-F8E578A7D437}" dt="2025-09-13T06:36:06.120" v="15"/>
          <ac:grpSpMkLst>
            <pc:docMk/>
            <pc:sldMk cId="0" sldId="256"/>
            <ac:grpSpMk id="21" creationId="{8283C010-53D7-404B-9300-DB1BAE1EAE91}"/>
          </ac:grpSpMkLst>
        </pc:grpChg>
        <pc:picChg chg="add del mod">
          <ac:chgData name="Luuk Hijne" userId="S::l.hijne@cgu.nl::aa99aa8a-86e8-4971-8612-ba76a088456a" providerId="AD" clId="Web-{2C31B6D2-9E00-5F65-D7BB-F8E578A7D437}" dt="2025-09-13T06:32:57.299" v="4"/>
          <ac:picMkLst>
            <pc:docMk/>
            <pc:sldMk cId="0" sldId="256"/>
            <ac:picMk id="4" creationId="{E1E1060F-B712-DC15-BC7E-4BD6A2586D10}"/>
          </ac:picMkLst>
        </pc:picChg>
        <pc:picChg chg="add del mod">
          <ac:chgData name="Luuk Hijne" userId="S::l.hijne@cgu.nl::aa99aa8a-86e8-4971-8612-ba76a088456a" providerId="AD" clId="Web-{2C31B6D2-9E00-5F65-D7BB-F8E578A7D437}" dt="2025-09-13T06:35:15.947" v="9"/>
          <ac:picMkLst>
            <pc:docMk/>
            <pc:sldMk cId="0" sldId="256"/>
            <ac:picMk id="5" creationId="{349F2D4D-7CE3-862E-0F76-EF96BE90DE68}"/>
          </ac:picMkLst>
        </pc:picChg>
        <pc:picChg chg="add mod">
          <ac:chgData name="Luuk Hijne" userId="S::l.hijne@cgu.nl::aa99aa8a-86e8-4971-8612-ba76a088456a" providerId="AD" clId="Web-{2C31B6D2-9E00-5F65-D7BB-F8E578A7D437}" dt="2025-09-13T06:36:06.120" v="15"/>
          <ac:picMkLst>
            <pc:docMk/>
            <pc:sldMk cId="0" sldId="256"/>
            <ac:picMk id="6" creationId="{C96DF756-5831-18C6-D0B8-101DE06B60AA}"/>
          </ac:picMkLst>
        </pc:picChg>
      </pc:sldChg>
      <pc:sldChg chg="modSp mod modTransition modClrScheme chgLayout">
        <pc:chgData name="Luuk Hijne" userId="S::l.hijne@cgu.nl::aa99aa8a-86e8-4971-8612-ba76a088456a" providerId="AD" clId="Web-{2C31B6D2-9E00-5F65-D7BB-F8E578A7D437}" dt="2025-09-13T06:37:24.280" v="21" actId="20577"/>
        <pc:sldMkLst>
          <pc:docMk/>
          <pc:sldMk cId="0" sldId="257"/>
        </pc:sldMkLst>
        <pc:spChg chg="mod ord">
          <ac:chgData name="Luuk Hijne" userId="S::l.hijne@cgu.nl::aa99aa8a-86e8-4971-8612-ba76a088456a" providerId="AD" clId="Web-{2C31B6D2-9E00-5F65-D7BB-F8E578A7D437}" dt="2025-09-13T06:33:15.097" v="5"/>
          <ac:spMkLst>
            <pc:docMk/>
            <pc:sldMk cId="0" sldId="257"/>
            <ac:spMk id="2" creationId="{00000000-0000-0000-0000-000000000000}"/>
          </ac:spMkLst>
        </pc:spChg>
        <pc:spChg chg="mod ord">
          <ac:chgData name="Luuk Hijne" userId="S::l.hijne@cgu.nl::aa99aa8a-86e8-4971-8612-ba76a088456a" providerId="AD" clId="Web-{2C31B6D2-9E00-5F65-D7BB-F8E578A7D437}" dt="2025-09-13T06:37:24.280" v="21" actId="20577"/>
          <ac:spMkLst>
            <pc:docMk/>
            <pc:sldMk cId="0" sldId="257"/>
            <ac:spMk id="3" creationId="{00000000-0000-0000-0000-000000000000}"/>
          </ac:spMkLst>
        </pc:spChg>
      </pc:sldChg>
      <pc:sldChg chg="modSp mod modTransition modClrScheme chgLayout">
        <pc:chgData name="Luuk Hijne" userId="S::l.hijne@cgu.nl::aa99aa8a-86e8-4971-8612-ba76a088456a" providerId="AD" clId="Web-{2C31B6D2-9E00-5F65-D7BB-F8E578A7D437}" dt="2025-09-13T06:33:44.176" v="7"/>
        <pc:sldMkLst>
          <pc:docMk/>
          <pc:sldMk cId="0" sldId="258"/>
        </pc:sldMkLst>
        <pc:spChg chg="mod ord">
          <ac:chgData name="Luuk Hijne" userId="S::l.hijne@cgu.nl::aa99aa8a-86e8-4971-8612-ba76a088456a" providerId="AD" clId="Web-{2C31B6D2-9E00-5F65-D7BB-F8E578A7D437}" dt="2025-09-13T06:33:15.097" v="5"/>
          <ac:spMkLst>
            <pc:docMk/>
            <pc:sldMk cId="0" sldId="258"/>
            <ac:spMk id="2" creationId="{00000000-0000-0000-0000-000000000000}"/>
          </ac:spMkLst>
        </pc:spChg>
        <pc:spChg chg="mod ord">
          <ac:chgData name="Luuk Hijne" userId="S::l.hijne@cgu.nl::aa99aa8a-86e8-4971-8612-ba76a088456a" providerId="AD" clId="Web-{2C31B6D2-9E00-5F65-D7BB-F8E578A7D437}" dt="2025-09-13T06:33:15.097" v="5"/>
          <ac:spMkLst>
            <pc:docMk/>
            <pc:sldMk cId="0" sldId="258"/>
            <ac:spMk id="3" creationId="{00000000-0000-0000-0000-000000000000}"/>
          </ac:spMkLst>
        </pc:spChg>
      </pc:sldChg>
      <pc:sldChg chg="modSp mod modTransition modClrScheme chgLayout">
        <pc:chgData name="Luuk Hijne" userId="S::l.hijne@cgu.nl::aa99aa8a-86e8-4971-8612-ba76a088456a" providerId="AD" clId="Web-{2C31B6D2-9E00-5F65-D7BB-F8E578A7D437}" dt="2025-09-13T06:33:44.176" v="7"/>
        <pc:sldMkLst>
          <pc:docMk/>
          <pc:sldMk cId="0" sldId="259"/>
        </pc:sldMkLst>
        <pc:spChg chg="mod ord">
          <ac:chgData name="Luuk Hijne" userId="S::l.hijne@cgu.nl::aa99aa8a-86e8-4971-8612-ba76a088456a" providerId="AD" clId="Web-{2C31B6D2-9E00-5F65-D7BB-F8E578A7D437}" dt="2025-09-13T06:33:15.097" v="5"/>
          <ac:spMkLst>
            <pc:docMk/>
            <pc:sldMk cId="0" sldId="259"/>
            <ac:spMk id="2" creationId="{00000000-0000-0000-0000-000000000000}"/>
          </ac:spMkLst>
        </pc:spChg>
        <pc:spChg chg="mod ord">
          <ac:chgData name="Luuk Hijne" userId="S::l.hijne@cgu.nl::aa99aa8a-86e8-4971-8612-ba76a088456a" providerId="AD" clId="Web-{2C31B6D2-9E00-5F65-D7BB-F8E578A7D437}" dt="2025-09-13T06:33:15.097" v="5"/>
          <ac:spMkLst>
            <pc:docMk/>
            <pc:sldMk cId="0" sldId="259"/>
            <ac:spMk id="3" creationId="{00000000-0000-0000-0000-000000000000}"/>
          </ac:spMkLst>
        </pc:spChg>
      </pc:sldChg>
      <pc:sldChg chg="modSp mod modTransition modClrScheme chgLayout">
        <pc:chgData name="Luuk Hijne" userId="S::l.hijne@cgu.nl::aa99aa8a-86e8-4971-8612-ba76a088456a" providerId="AD" clId="Web-{2C31B6D2-9E00-5F65-D7BB-F8E578A7D437}" dt="2025-09-13T06:33:44.176" v="7"/>
        <pc:sldMkLst>
          <pc:docMk/>
          <pc:sldMk cId="0" sldId="260"/>
        </pc:sldMkLst>
        <pc:spChg chg="mod ord">
          <ac:chgData name="Luuk Hijne" userId="S::l.hijne@cgu.nl::aa99aa8a-86e8-4971-8612-ba76a088456a" providerId="AD" clId="Web-{2C31B6D2-9E00-5F65-D7BB-F8E578A7D437}" dt="2025-09-13T06:33:15.097" v="5"/>
          <ac:spMkLst>
            <pc:docMk/>
            <pc:sldMk cId="0" sldId="260"/>
            <ac:spMk id="2" creationId="{00000000-0000-0000-0000-000000000000}"/>
          </ac:spMkLst>
        </pc:spChg>
        <pc:spChg chg="mod ord">
          <ac:chgData name="Luuk Hijne" userId="S::l.hijne@cgu.nl::aa99aa8a-86e8-4971-8612-ba76a088456a" providerId="AD" clId="Web-{2C31B6D2-9E00-5F65-D7BB-F8E578A7D437}" dt="2025-09-13T06:33:15.097" v="5"/>
          <ac:spMkLst>
            <pc:docMk/>
            <pc:sldMk cId="0" sldId="260"/>
            <ac:spMk id="3" creationId="{00000000-0000-0000-0000-000000000000}"/>
          </ac:spMkLst>
        </pc:spChg>
      </pc:sldChg>
      <pc:sldChg chg="modSp mod modTransition modClrScheme chgLayout">
        <pc:chgData name="Luuk Hijne" userId="S::l.hijne@cgu.nl::aa99aa8a-86e8-4971-8612-ba76a088456a" providerId="AD" clId="Web-{2C31B6D2-9E00-5F65-D7BB-F8E578A7D437}" dt="2025-09-13T06:33:44.176" v="7"/>
        <pc:sldMkLst>
          <pc:docMk/>
          <pc:sldMk cId="0" sldId="261"/>
        </pc:sldMkLst>
        <pc:spChg chg="mod ord">
          <ac:chgData name="Luuk Hijne" userId="S::l.hijne@cgu.nl::aa99aa8a-86e8-4971-8612-ba76a088456a" providerId="AD" clId="Web-{2C31B6D2-9E00-5F65-D7BB-F8E578A7D437}" dt="2025-09-13T06:33:15.097" v="5"/>
          <ac:spMkLst>
            <pc:docMk/>
            <pc:sldMk cId="0" sldId="261"/>
            <ac:spMk id="2" creationId="{00000000-0000-0000-0000-000000000000}"/>
          </ac:spMkLst>
        </pc:spChg>
        <pc:spChg chg="mod ord">
          <ac:chgData name="Luuk Hijne" userId="S::l.hijne@cgu.nl::aa99aa8a-86e8-4971-8612-ba76a088456a" providerId="AD" clId="Web-{2C31B6D2-9E00-5F65-D7BB-F8E578A7D437}" dt="2025-09-13T06:33:15.097" v="5"/>
          <ac:spMkLst>
            <pc:docMk/>
            <pc:sldMk cId="0" sldId="261"/>
            <ac:spMk id="3" creationId="{00000000-0000-0000-0000-000000000000}"/>
          </ac:spMkLst>
        </pc:spChg>
      </pc:sldChg>
      <pc:sldChg chg="modSp mod modTransition modClrScheme chgLayout">
        <pc:chgData name="Luuk Hijne" userId="S::l.hijne@cgu.nl::aa99aa8a-86e8-4971-8612-ba76a088456a" providerId="AD" clId="Web-{2C31B6D2-9E00-5F65-D7BB-F8E578A7D437}" dt="2025-09-13T06:33:44.176" v="7"/>
        <pc:sldMkLst>
          <pc:docMk/>
          <pc:sldMk cId="0" sldId="262"/>
        </pc:sldMkLst>
        <pc:spChg chg="mod ord">
          <ac:chgData name="Luuk Hijne" userId="S::l.hijne@cgu.nl::aa99aa8a-86e8-4971-8612-ba76a088456a" providerId="AD" clId="Web-{2C31B6D2-9E00-5F65-D7BB-F8E578A7D437}" dt="2025-09-13T06:33:15.097" v="5"/>
          <ac:spMkLst>
            <pc:docMk/>
            <pc:sldMk cId="0" sldId="262"/>
            <ac:spMk id="2" creationId="{00000000-0000-0000-0000-000000000000}"/>
          </ac:spMkLst>
        </pc:spChg>
        <pc:spChg chg="mod ord">
          <ac:chgData name="Luuk Hijne" userId="S::l.hijne@cgu.nl::aa99aa8a-86e8-4971-8612-ba76a088456a" providerId="AD" clId="Web-{2C31B6D2-9E00-5F65-D7BB-F8E578A7D437}" dt="2025-09-13T06:33:15.097" v="5"/>
          <ac:spMkLst>
            <pc:docMk/>
            <pc:sldMk cId="0" sldId="262"/>
            <ac:spMk id="3" creationId="{00000000-0000-0000-0000-000000000000}"/>
          </ac:spMkLst>
        </pc:spChg>
      </pc:sldChg>
      <pc:sldChg chg="modSp mod modTransition modClrScheme chgLayout">
        <pc:chgData name="Luuk Hijne" userId="S::l.hijne@cgu.nl::aa99aa8a-86e8-4971-8612-ba76a088456a" providerId="AD" clId="Web-{2C31B6D2-9E00-5F65-D7BB-F8E578A7D437}" dt="2025-09-13T06:33:44.176" v="7"/>
        <pc:sldMkLst>
          <pc:docMk/>
          <pc:sldMk cId="0" sldId="263"/>
        </pc:sldMkLst>
        <pc:spChg chg="mod ord">
          <ac:chgData name="Luuk Hijne" userId="S::l.hijne@cgu.nl::aa99aa8a-86e8-4971-8612-ba76a088456a" providerId="AD" clId="Web-{2C31B6D2-9E00-5F65-D7BB-F8E578A7D437}" dt="2025-09-13T06:33:15.097" v="5"/>
          <ac:spMkLst>
            <pc:docMk/>
            <pc:sldMk cId="0" sldId="263"/>
            <ac:spMk id="2" creationId="{00000000-0000-0000-0000-000000000000}"/>
          </ac:spMkLst>
        </pc:spChg>
        <pc:spChg chg="mod ord">
          <ac:chgData name="Luuk Hijne" userId="S::l.hijne@cgu.nl::aa99aa8a-86e8-4971-8612-ba76a088456a" providerId="AD" clId="Web-{2C31B6D2-9E00-5F65-D7BB-F8E578A7D437}" dt="2025-09-13T06:33:15.097" v="5"/>
          <ac:spMkLst>
            <pc:docMk/>
            <pc:sldMk cId="0" sldId="263"/>
            <ac:spMk id="3" creationId="{00000000-0000-0000-0000-000000000000}"/>
          </ac:spMkLst>
        </pc:spChg>
      </pc:sldChg>
      <pc:sldChg chg="modSp mod modTransition modClrScheme chgLayout">
        <pc:chgData name="Luuk Hijne" userId="S::l.hijne@cgu.nl::aa99aa8a-86e8-4971-8612-ba76a088456a" providerId="AD" clId="Web-{2C31B6D2-9E00-5F65-D7BB-F8E578A7D437}" dt="2025-09-13T06:38:31.459" v="27" actId="20577"/>
        <pc:sldMkLst>
          <pc:docMk/>
          <pc:sldMk cId="0" sldId="264"/>
        </pc:sldMkLst>
        <pc:spChg chg="mod ord">
          <ac:chgData name="Luuk Hijne" userId="S::l.hijne@cgu.nl::aa99aa8a-86e8-4971-8612-ba76a088456a" providerId="AD" clId="Web-{2C31B6D2-9E00-5F65-D7BB-F8E578A7D437}" dt="2025-09-13T06:33:15.097" v="5"/>
          <ac:spMkLst>
            <pc:docMk/>
            <pc:sldMk cId="0" sldId="264"/>
            <ac:spMk id="2" creationId="{00000000-0000-0000-0000-000000000000}"/>
          </ac:spMkLst>
        </pc:spChg>
        <pc:spChg chg="mod ord">
          <ac:chgData name="Luuk Hijne" userId="S::l.hijne@cgu.nl::aa99aa8a-86e8-4971-8612-ba76a088456a" providerId="AD" clId="Web-{2C31B6D2-9E00-5F65-D7BB-F8E578A7D437}" dt="2025-09-13T06:38:31.459" v="27" actId="20577"/>
          <ac:spMkLst>
            <pc:docMk/>
            <pc:sldMk cId="0" sldId="264"/>
            <ac:spMk id="3" creationId="{00000000-0000-0000-0000-000000000000}"/>
          </ac:spMkLst>
        </pc:spChg>
      </pc:sldChg>
      <pc:sldMasterChg chg="del delSldLayout">
        <pc:chgData name="Luuk Hijne" userId="S::l.hijne@cgu.nl::aa99aa8a-86e8-4971-8612-ba76a088456a" providerId="AD" clId="Web-{2C31B6D2-9E00-5F65-D7BB-F8E578A7D437}" dt="2025-09-13T06:33:15.097" v="5"/>
        <pc:sldMasterMkLst>
          <pc:docMk/>
          <pc:sldMasterMk cId="2209977519" sldId="2147483648"/>
        </pc:sldMasterMkLst>
        <pc:sldLayoutChg chg="del">
          <pc:chgData name="Luuk Hijne" userId="S::l.hijne@cgu.nl::aa99aa8a-86e8-4971-8612-ba76a088456a" providerId="AD" clId="Web-{2C31B6D2-9E00-5F65-D7BB-F8E578A7D437}" dt="2025-09-13T06:33:15.097" v="5"/>
          <pc:sldLayoutMkLst>
            <pc:docMk/>
            <pc:sldMasterMk cId="2209977519" sldId="2147483648"/>
            <pc:sldLayoutMk cId="3168075583" sldId="2147483649"/>
          </pc:sldLayoutMkLst>
        </pc:sldLayoutChg>
        <pc:sldLayoutChg chg="del">
          <pc:chgData name="Luuk Hijne" userId="S::l.hijne@cgu.nl::aa99aa8a-86e8-4971-8612-ba76a088456a" providerId="AD" clId="Web-{2C31B6D2-9E00-5F65-D7BB-F8E578A7D437}" dt="2025-09-13T06:33:15.097" v="5"/>
          <pc:sldLayoutMkLst>
            <pc:docMk/>
            <pc:sldMasterMk cId="2209977519" sldId="2147483648"/>
            <pc:sldLayoutMk cId="2614314258" sldId="2147483650"/>
          </pc:sldLayoutMkLst>
        </pc:sldLayoutChg>
        <pc:sldLayoutChg chg="del">
          <pc:chgData name="Luuk Hijne" userId="S::l.hijne@cgu.nl::aa99aa8a-86e8-4971-8612-ba76a088456a" providerId="AD" clId="Web-{2C31B6D2-9E00-5F65-D7BB-F8E578A7D437}" dt="2025-09-13T06:33:15.097" v="5"/>
          <pc:sldLayoutMkLst>
            <pc:docMk/>
            <pc:sldMasterMk cId="2209977519" sldId="2147483648"/>
            <pc:sldLayoutMk cId="960648375" sldId="2147483651"/>
          </pc:sldLayoutMkLst>
        </pc:sldLayoutChg>
        <pc:sldLayoutChg chg="del">
          <pc:chgData name="Luuk Hijne" userId="S::l.hijne@cgu.nl::aa99aa8a-86e8-4971-8612-ba76a088456a" providerId="AD" clId="Web-{2C31B6D2-9E00-5F65-D7BB-F8E578A7D437}" dt="2025-09-13T06:33:15.097" v="5"/>
          <pc:sldLayoutMkLst>
            <pc:docMk/>
            <pc:sldMasterMk cId="2209977519" sldId="2147483648"/>
            <pc:sldLayoutMk cId="2782244947" sldId="2147483652"/>
          </pc:sldLayoutMkLst>
        </pc:sldLayoutChg>
        <pc:sldLayoutChg chg="del">
          <pc:chgData name="Luuk Hijne" userId="S::l.hijne@cgu.nl::aa99aa8a-86e8-4971-8612-ba76a088456a" providerId="AD" clId="Web-{2C31B6D2-9E00-5F65-D7BB-F8E578A7D437}" dt="2025-09-13T06:33:15.097" v="5"/>
          <pc:sldLayoutMkLst>
            <pc:docMk/>
            <pc:sldMasterMk cId="2209977519" sldId="2147483648"/>
            <pc:sldLayoutMk cId="990158736" sldId="2147483653"/>
          </pc:sldLayoutMkLst>
        </pc:sldLayoutChg>
        <pc:sldLayoutChg chg="del">
          <pc:chgData name="Luuk Hijne" userId="S::l.hijne@cgu.nl::aa99aa8a-86e8-4971-8612-ba76a088456a" providerId="AD" clId="Web-{2C31B6D2-9E00-5F65-D7BB-F8E578A7D437}" dt="2025-09-13T06:33:15.097" v="5"/>
          <pc:sldLayoutMkLst>
            <pc:docMk/>
            <pc:sldMasterMk cId="2209977519" sldId="2147483648"/>
            <pc:sldLayoutMk cId="727027711" sldId="2147483654"/>
          </pc:sldLayoutMkLst>
        </pc:sldLayoutChg>
        <pc:sldLayoutChg chg="del">
          <pc:chgData name="Luuk Hijne" userId="S::l.hijne@cgu.nl::aa99aa8a-86e8-4971-8612-ba76a088456a" providerId="AD" clId="Web-{2C31B6D2-9E00-5F65-D7BB-F8E578A7D437}" dt="2025-09-13T06:33:15.097" v="5"/>
          <pc:sldLayoutMkLst>
            <pc:docMk/>
            <pc:sldMasterMk cId="2209977519" sldId="2147483648"/>
            <pc:sldLayoutMk cId="1212999818" sldId="2147483655"/>
          </pc:sldLayoutMkLst>
        </pc:sldLayoutChg>
        <pc:sldLayoutChg chg="del">
          <pc:chgData name="Luuk Hijne" userId="S::l.hijne@cgu.nl::aa99aa8a-86e8-4971-8612-ba76a088456a" providerId="AD" clId="Web-{2C31B6D2-9E00-5F65-D7BB-F8E578A7D437}" dt="2025-09-13T06:33:15.097" v="5"/>
          <pc:sldLayoutMkLst>
            <pc:docMk/>
            <pc:sldMasterMk cId="2209977519" sldId="2147483648"/>
            <pc:sldLayoutMk cId="1840726560" sldId="2147483656"/>
          </pc:sldLayoutMkLst>
        </pc:sldLayoutChg>
        <pc:sldLayoutChg chg="del">
          <pc:chgData name="Luuk Hijne" userId="S::l.hijne@cgu.nl::aa99aa8a-86e8-4971-8612-ba76a088456a" providerId="AD" clId="Web-{2C31B6D2-9E00-5F65-D7BB-F8E578A7D437}" dt="2025-09-13T06:33:15.097" v="5"/>
          <pc:sldLayoutMkLst>
            <pc:docMk/>
            <pc:sldMasterMk cId="2209977519" sldId="2147483648"/>
            <pc:sldLayoutMk cId="3889236939" sldId="2147483657"/>
          </pc:sldLayoutMkLst>
        </pc:sldLayoutChg>
        <pc:sldLayoutChg chg="del">
          <pc:chgData name="Luuk Hijne" userId="S::l.hijne@cgu.nl::aa99aa8a-86e8-4971-8612-ba76a088456a" providerId="AD" clId="Web-{2C31B6D2-9E00-5F65-D7BB-F8E578A7D437}" dt="2025-09-13T06:33:15.097" v="5"/>
          <pc:sldLayoutMkLst>
            <pc:docMk/>
            <pc:sldMasterMk cId="2209977519" sldId="2147483648"/>
            <pc:sldLayoutMk cId="2910927964" sldId="2147483658"/>
          </pc:sldLayoutMkLst>
        </pc:sldLayoutChg>
        <pc:sldLayoutChg chg="del">
          <pc:chgData name="Luuk Hijne" userId="S::l.hijne@cgu.nl::aa99aa8a-86e8-4971-8612-ba76a088456a" providerId="AD" clId="Web-{2C31B6D2-9E00-5F65-D7BB-F8E578A7D437}" dt="2025-09-13T06:33:15.097" v="5"/>
          <pc:sldLayoutMkLst>
            <pc:docMk/>
            <pc:sldMasterMk cId="2209977519" sldId="2147483648"/>
            <pc:sldLayoutMk cId="3612223792" sldId="2147483659"/>
          </pc:sldLayoutMkLst>
        </pc:sldLayoutChg>
      </pc:sldMasterChg>
      <pc:sldMasterChg chg="add modTransition addSldLayout modSldLayout">
        <pc:chgData name="Luuk Hijne" userId="S::l.hijne@cgu.nl::aa99aa8a-86e8-4971-8612-ba76a088456a" providerId="AD" clId="Web-{2C31B6D2-9E00-5F65-D7BB-F8E578A7D437}" dt="2025-09-13T06:33:44.176" v="7"/>
        <pc:sldMasterMkLst>
          <pc:docMk/>
          <pc:sldMasterMk cId="4128635183" sldId="2147483660"/>
        </pc:sldMasterMkLst>
        <pc:sldLayoutChg chg="add mod replId modTransition">
          <pc:chgData name="Luuk Hijne" userId="S::l.hijne@cgu.nl::aa99aa8a-86e8-4971-8612-ba76a088456a" providerId="AD" clId="Web-{2C31B6D2-9E00-5F65-D7BB-F8E578A7D437}" dt="2025-09-13T06:33:44.176" v="7"/>
          <pc:sldLayoutMkLst>
            <pc:docMk/>
            <pc:sldMasterMk cId="4128635183" sldId="2147483660"/>
            <pc:sldLayoutMk cId="718149667" sldId="2147483661"/>
          </pc:sldLayoutMkLst>
        </pc:sldLayoutChg>
        <pc:sldLayoutChg chg="add mod replId modTransition">
          <pc:chgData name="Luuk Hijne" userId="S::l.hijne@cgu.nl::aa99aa8a-86e8-4971-8612-ba76a088456a" providerId="AD" clId="Web-{2C31B6D2-9E00-5F65-D7BB-F8E578A7D437}" dt="2025-09-13T06:33:44.176" v="7"/>
          <pc:sldLayoutMkLst>
            <pc:docMk/>
            <pc:sldMasterMk cId="4128635183" sldId="2147483660"/>
            <pc:sldLayoutMk cId="1968442035" sldId="2147483662"/>
          </pc:sldLayoutMkLst>
        </pc:sldLayoutChg>
        <pc:sldLayoutChg chg="add mod replId modTransition">
          <pc:chgData name="Luuk Hijne" userId="S::l.hijne@cgu.nl::aa99aa8a-86e8-4971-8612-ba76a088456a" providerId="AD" clId="Web-{2C31B6D2-9E00-5F65-D7BB-F8E578A7D437}" dt="2025-09-13T06:33:44.176" v="7"/>
          <pc:sldLayoutMkLst>
            <pc:docMk/>
            <pc:sldMasterMk cId="4128635183" sldId="2147483660"/>
            <pc:sldLayoutMk cId="4288604078" sldId="2147483663"/>
          </pc:sldLayoutMkLst>
        </pc:sldLayoutChg>
        <pc:sldLayoutChg chg="add mod replId modTransition">
          <pc:chgData name="Luuk Hijne" userId="S::l.hijne@cgu.nl::aa99aa8a-86e8-4971-8612-ba76a088456a" providerId="AD" clId="Web-{2C31B6D2-9E00-5F65-D7BB-F8E578A7D437}" dt="2025-09-13T06:33:44.176" v="7"/>
          <pc:sldLayoutMkLst>
            <pc:docMk/>
            <pc:sldMasterMk cId="4128635183" sldId="2147483660"/>
            <pc:sldLayoutMk cId="3300893411" sldId="2147483664"/>
          </pc:sldLayoutMkLst>
        </pc:sldLayoutChg>
        <pc:sldLayoutChg chg="add mod replId modTransition">
          <pc:chgData name="Luuk Hijne" userId="S::l.hijne@cgu.nl::aa99aa8a-86e8-4971-8612-ba76a088456a" providerId="AD" clId="Web-{2C31B6D2-9E00-5F65-D7BB-F8E578A7D437}" dt="2025-09-13T06:33:44.176" v="7"/>
          <pc:sldLayoutMkLst>
            <pc:docMk/>
            <pc:sldMasterMk cId="4128635183" sldId="2147483660"/>
            <pc:sldLayoutMk cId="2229618757" sldId="2147483665"/>
          </pc:sldLayoutMkLst>
        </pc:sldLayoutChg>
        <pc:sldLayoutChg chg="add mod replId modTransition">
          <pc:chgData name="Luuk Hijne" userId="S::l.hijne@cgu.nl::aa99aa8a-86e8-4971-8612-ba76a088456a" providerId="AD" clId="Web-{2C31B6D2-9E00-5F65-D7BB-F8E578A7D437}" dt="2025-09-13T06:33:44.176" v="7"/>
          <pc:sldLayoutMkLst>
            <pc:docMk/>
            <pc:sldMasterMk cId="4128635183" sldId="2147483660"/>
            <pc:sldLayoutMk cId="1423072214" sldId="2147483666"/>
          </pc:sldLayoutMkLst>
        </pc:sldLayoutChg>
        <pc:sldLayoutChg chg="add mod replId modTransition">
          <pc:chgData name="Luuk Hijne" userId="S::l.hijne@cgu.nl::aa99aa8a-86e8-4971-8612-ba76a088456a" providerId="AD" clId="Web-{2C31B6D2-9E00-5F65-D7BB-F8E578A7D437}" dt="2025-09-13T06:33:44.176" v="7"/>
          <pc:sldLayoutMkLst>
            <pc:docMk/>
            <pc:sldMasterMk cId="4128635183" sldId="2147483660"/>
            <pc:sldLayoutMk cId="171752797" sldId="2147483667"/>
          </pc:sldLayoutMkLst>
        </pc:sldLayoutChg>
        <pc:sldLayoutChg chg="add mod replId modTransition">
          <pc:chgData name="Luuk Hijne" userId="S::l.hijne@cgu.nl::aa99aa8a-86e8-4971-8612-ba76a088456a" providerId="AD" clId="Web-{2C31B6D2-9E00-5F65-D7BB-F8E578A7D437}" dt="2025-09-13T06:33:44.176" v="7"/>
          <pc:sldLayoutMkLst>
            <pc:docMk/>
            <pc:sldMasterMk cId="4128635183" sldId="2147483660"/>
            <pc:sldLayoutMk cId="3077255153" sldId="2147483668"/>
          </pc:sldLayoutMkLst>
        </pc:sldLayoutChg>
        <pc:sldLayoutChg chg="add mod replId modTransition">
          <pc:chgData name="Luuk Hijne" userId="S::l.hijne@cgu.nl::aa99aa8a-86e8-4971-8612-ba76a088456a" providerId="AD" clId="Web-{2C31B6D2-9E00-5F65-D7BB-F8E578A7D437}" dt="2025-09-13T06:33:44.176" v="7"/>
          <pc:sldLayoutMkLst>
            <pc:docMk/>
            <pc:sldMasterMk cId="4128635183" sldId="2147483660"/>
            <pc:sldLayoutMk cId="3824160894" sldId="2147483669"/>
          </pc:sldLayoutMkLst>
        </pc:sldLayoutChg>
        <pc:sldLayoutChg chg="add mod replId modTransition">
          <pc:chgData name="Luuk Hijne" userId="S::l.hijne@cgu.nl::aa99aa8a-86e8-4971-8612-ba76a088456a" providerId="AD" clId="Web-{2C31B6D2-9E00-5F65-D7BB-F8E578A7D437}" dt="2025-09-13T06:33:44.176" v="7"/>
          <pc:sldLayoutMkLst>
            <pc:docMk/>
            <pc:sldMasterMk cId="4128635183" sldId="2147483660"/>
            <pc:sldLayoutMk cId="1762060765" sldId="2147483670"/>
          </pc:sldLayoutMkLst>
        </pc:sldLayoutChg>
        <pc:sldLayoutChg chg="add mod replId modTransition">
          <pc:chgData name="Luuk Hijne" userId="S::l.hijne@cgu.nl::aa99aa8a-86e8-4971-8612-ba76a088456a" providerId="AD" clId="Web-{2C31B6D2-9E00-5F65-D7BB-F8E578A7D437}" dt="2025-09-13T06:33:44.176" v="7"/>
          <pc:sldLayoutMkLst>
            <pc:docMk/>
            <pc:sldMasterMk cId="4128635183" sldId="2147483660"/>
            <pc:sldLayoutMk cId="4054707458" sldId="2147483671"/>
          </pc:sldLayoutMkLst>
        </pc:sldLayoutChg>
        <pc:sldLayoutChg chg="add mod replId modTransition">
          <pc:chgData name="Luuk Hijne" userId="S::l.hijne@cgu.nl::aa99aa8a-86e8-4971-8612-ba76a088456a" providerId="AD" clId="Web-{2C31B6D2-9E00-5F65-D7BB-F8E578A7D437}" dt="2025-09-13T06:33:44.176" v="7"/>
          <pc:sldLayoutMkLst>
            <pc:docMk/>
            <pc:sldMasterMk cId="4128635183" sldId="2147483660"/>
            <pc:sldLayoutMk cId="1582359946" sldId="2147483672"/>
          </pc:sldLayoutMkLst>
        </pc:sldLayoutChg>
        <pc:sldLayoutChg chg="add mod replId modTransition">
          <pc:chgData name="Luuk Hijne" userId="S::l.hijne@cgu.nl::aa99aa8a-86e8-4971-8612-ba76a088456a" providerId="AD" clId="Web-{2C31B6D2-9E00-5F65-D7BB-F8E578A7D437}" dt="2025-09-13T06:33:44.176" v="7"/>
          <pc:sldLayoutMkLst>
            <pc:docMk/>
            <pc:sldMasterMk cId="4128635183" sldId="2147483660"/>
            <pc:sldLayoutMk cId="390965559" sldId="2147483673"/>
          </pc:sldLayoutMkLst>
        </pc:sldLayoutChg>
        <pc:sldLayoutChg chg="add mod replId modTransition">
          <pc:chgData name="Luuk Hijne" userId="S::l.hijne@cgu.nl::aa99aa8a-86e8-4971-8612-ba76a088456a" providerId="AD" clId="Web-{2C31B6D2-9E00-5F65-D7BB-F8E578A7D437}" dt="2025-09-13T06:33:44.176" v="7"/>
          <pc:sldLayoutMkLst>
            <pc:docMk/>
            <pc:sldMasterMk cId="4128635183" sldId="2147483660"/>
            <pc:sldLayoutMk cId="747295150" sldId="2147483674"/>
          </pc:sldLayoutMkLst>
        </pc:sldLayoutChg>
        <pc:sldLayoutChg chg="add mod replId modTransition">
          <pc:chgData name="Luuk Hijne" userId="S::l.hijne@cgu.nl::aa99aa8a-86e8-4971-8612-ba76a088456a" providerId="AD" clId="Web-{2C31B6D2-9E00-5F65-D7BB-F8E578A7D437}" dt="2025-09-13T06:33:44.176" v="7"/>
          <pc:sldLayoutMkLst>
            <pc:docMk/>
            <pc:sldMasterMk cId="4128635183" sldId="2147483660"/>
            <pc:sldLayoutMk cId="1839413905" sldId="2147483675"/>
          </pc:sldLayoutMkLst>
        </pc:sldLayoutChg>
        <pc:sldLayoutChg chg="add mod replId modTransition">
          <pc:chgData name="Luuk Hijne" userId="S::l.hijne@cgu.nl::aa99aa8a-86e8-4971-8612-ba76a088456a" providerId="AD" clId="Web-{2C31B6D2-9E00-5F65-D7BB-F8E578A7D437}" dt="2025-09-13T06:33:44.176" v="7"/>
          <pc:sldLayoutMkLst>
            <pc:docMk/>
            <pc:sldMasterMk cId="4128635183" sldId="2147483660"/>
            <pc:sldLayoutMk cId="4253661153" sldId="2147483676"/>
          </pc:sldLayoutMkLst>
        </pc:sldLayoutChg>
        <pc:sldLayoutChg chg="add mod replId modTransition">
          <pc:chgData name="Luuk Hijne" userId="S::l.hijne@cgu.nl::aa99aa8a-86e8-4971-8612-ba76a088456a" providerId="AD" clId="Web-{2C31B6D2-9E00-5F65-D7BB-F8E578A7D437}" dt="2025-09-13T06:33:44.176" v="7"/>
          <pc:sldLayoutMkLst>
            <pc:docMk/>
            <pc:sldMasterMk cId="4128635183" sldId="2147483660"/>
            <pc:sldLayoutMk cId="1787455545" sldId="2147483677"/>
          </pc:sldLayoutMkLst>
        </pc:sldLayoutChg>
      </pc:sldMasterChg>
    </pc:docChg>
  </pc:docChgLst>
  <pc:docChgLst>
    <pc:chgData name="Luuk Hijne" userId="aa99aa8a-86e8-4971-8612-ba76a088456a" providerId="ADAL" clId="{EE79FE9B-4C22-5E2C-AA79-F50D10DDC2A9}"/>
    <pc:docChg chg="undo custSel modSld modMainMaster">
      <pc:chgData name="Luuk Hijne" userId="aa99aa8a-86e8-4971-8612-ba76a088456a" providerId="ADAL" clId="{EE79FE9B-4C22-5E2C-AA79-F50D10DDC2A9}" dt="2025-09-13T06:43:46.363" v="14" actId="1076"/>
      <pc:docMkLst>
        <pc:docMk/>
      </pc:docMkLst>
      <pc:sldChg chg="modSp mod">
        <pc:chgData name="Luuk Hijne" userId="aa99aa8a-86e8-4971-8612-ba76a088456a" providerId="ADAL" clId="{EE79FE9B-4C22-5E2C-AA79-F50D10DDC2A9}" dt="2025-09-13T06:39:55.988" v="1" actId="27636"/>
        <pc:sldMkLst>
          <pc:docMk/>
          <pc:sldMk cId="0" sldId="259"/>
        </pc:sldMkLst>
        <pc:spChg chg="mod">
          <ac:chgData name="Luuk Hijne" userId="aa99aa8a-86e8-4971-8612-ba76a088456a" providerId="ADAL" clId="{EE79FE9B-4C22-5E2C-AA79-F50D10DDC2A9}" dt="2025-09-13T06:39:55.988" v="1" actId="27636"/>
          <ac:spMkLst>
            <pc:docMk/>
            <pc:sldMk cId="0" sldId="259"/>
            <ac:spMk id="3" creationId="{00000000-0000-0000-0000-000000000000}"/>
          </ac:spMkLst>
        </pc:spChg>
      </pc:sldChg>
      <pc:sldMasterChg chg="addSp modSp mod modSldLayout">
        <pc:chgData name="Luuk Hijne" userId="aa99aa8a-86e8-4971-8612-ba76a088456a" providerId="ADAL" clId="{EE79FE9B-4C22-5E2C-AA79-F50D10DDC2A9}" dt="2025-09-13T06:43:46.363" v="14" actId="1076"/>
        <pc:sldMasterMkLst>
          <pc:docMk/>
          <pc:sldMasterMk cId="4128635183" sldId="2147483660"/>
        </pc:sldMasterMkLst>
        <pc:picChg chg="add mod">
          <ac:chgData name="Luuk Hijne" userId="aa99aa8a-86e8-4971-8612-ba76a088456a" providerId="ADAL" clId="{EE79FE9B-4C22-5E2C-AA79-F50D10DDC2A9}" dt="2025-09-13T06:43:46.363" v="14" actId="1076"/>
          <ac:picMkLst>
            <pc:docMk/>
            <pc:sldMasterMk cId="4128635183" sldId="2147483660"/>
            <ac:picMk id="13" creationId="{818F9EE5-3F46-66F1-3D25-5C3680185E29}"/>
          </ac:picMkLst>
        </pc:picChg>
        <pc:sldLayoutChg chg="addSp delSp modSp mod">
          <pc:chgData name="Luuk Hijne" userId="aa99aa8a-86e8-4971-8612-ba76a088456a" providerId="ADAL" clId="{EE79FE9B-4C22-5E2C-AA79-F50D10DDC2A9}" dt="2025-09-13T06:43:41.152" v="13"/>
          <pc:sldLayoutMkLst>
            <pc:docMk/>
            <pc:sldMasterMk cId="4128635183" sldId="2147483660"/>
            <pc:sldLayoutMk cId="1968442035" sldId="2147483662"/>
          </pc:sldLayoutMkLst>
          <pc:spChg chg="mod">
            <ac:chgData name="Luuk Hijne" userId="aa99aa8a-86e8-4971-8612-ba76a088456a" providerId="ADAL" clId="{EE79FE9B-4C22-5E2C-AA79-F50D10DDC2A9}" dt="2025-09-13T06:43:33.953" v="10" actId="1076"/>
            <ac:spMkLst>
              <pc:docMk/>
              <pc:sldMasterMk cId="4128635183" sldId="2147483660"/>
              <pc:sldLayoutMk cId="1968442035" sldId="2147483662"/>
              <ac:spMk id="3" creationId="{00000000-0000-0000-0000-000000000000}"/>
            </ac:spMkLst>
          </pc:spChg>
          <pc:spChg chg="add del mod">
            <ac:chgData name="Luuk Hijne" userId="aa99aa8a-86e8-4971-8612-ba76a088456a" providerId="ADAL" clId="{EE79FE9B-4C22-5E2C-AA79-F50D10DDC2A9}" dt="2025-09-13T06:43:41.152" v="13"/>
            <ac:spMkLst>
              <pc:docMk/>
              <pc:sldMasterMk cId="4128635183" sldId="2147483660"/>
              <pc:sldLayoutMk cId="1968442035" sldId="2147483662"/>
              <ac:spMk id="8" creationId="{7796C270-4342-17FE-6303-A9BD6DA9F0B9}"/>
            </ac:spMkLst>
          </pc:sp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a:extLst>
              <a:ext uri="{FF2B5EF4-FFF2-40B4-BE49-F238E27FC236}">
                <a16:creationId xmlns:a16="http://schemas.microsoft.com/office/drawing/2014/main" id="{B90D62CE-26EF-D132-2CD2-CE10C16656A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a:p>
        </p:txBody>
      </p:sp>
      <p:sp>
        <p:nvSpPr>
          <p:cNvPr id="3" name="Tijdelijke aanduiding voor datum 2">
            <a:extLst>
              <a:ext uri="{FF2B5EF4-FFF2-40B4-BE49-F238E27FC236}">
                <a16:creationId xmlns:a16="http://schemas.microsoft.com/office/drawing/2014/main" id="{AD0694B9-6D2F-4CF8-F791-0E38937C530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65FE995-D9C0-634A-8AA6-EA6229DB05EA}" type="datetimeFigureOut">
              <a:rPr lang="nl-NL" smtClean="0"/>
              <a:t>13-09-2025</a:t>
            </a:fld>
            <a:endParaRPr lang="nl-NL"/>
          </a:p>
        </p:txBody>
      </p:sp>
      <p:sp>
        <p:nvSpPr>
          <p:cNvPr id="4" name="Tijdelijke aanduiding voor voettekst 3">
            <a:extLst>
              <a:ext uri="{FF2B5EF4-FFF2-40B4-BE49-F238E27FC236}">
                <a16:creationId xmlns:a16="http://schemas.microsoft.com/office/drawing/2014/main" id="{4DD99278-134F-220F-D6E8-5643F23CF75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a:p>
        </p:txBody>
      </p:sp>
      <p:sp>
        <p:nvSpPr>
          <p:cNvPr id="5" name="Tijdelijke aanduiding voor dianummer 4">
            <a:extLst>
              <a:ext uri="{FF2B5EF4-FFF2-40B4-BE49-F238E27FC236}">
                <a16:creationId xmlns:a16="http://schemas.microsoft.com/office/drawing/2014/main" id="{F94DC036-4B78-3173-44D9-D017659E3E9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EF9D51B-1E1F-DA43-B9C6-949FFE90794A}" type="slidenum">
              <a:rPr lang="nl-NL" smtClean="0"/>
              <a:t>‹nr.›</a:t>
            </a:fld>
            <a:endParaRPr lang="nl-NL"/>
          </a:p>
        </p:txBody>
      </p:sp>
    </p:spTree>
    <p:extLst>
      <p:ext uri="{BB962C8B-B14F-4D97-AF65-F5344CB8AC3E}">
        <p14:creationId xmlns:p14="http://schemas.microsoft.com/office/powerpoint/2010/main" val="293476356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072AA8D-AEA1-094E-9DE6-A84392814620}" type="datetimeFigureOut">
              <a:rPr lang="nl-NL" smtClean="0"/>
              <a:t>13-09-2025</a:t>
            </a:fld>
            <a:endParaRPr lang="nl-NL"/>
          </a:p>
        </p:txBody>
      </p:sp>
      <p:sp>
        <p:nvSpPr>
          <p:cNvPr id="4" name="Tijdelijke aanduiding voor dia-afbeelding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nl-NL"/>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9782488-E365-5E4C-A84A-8E13E6065B63}" type="slidenum">
              <a:rPr lang="nl-NL" smtClean="0"/>
              <a:t>‹nr.›</a:t>
            </a:fld>
            <a:endParaRPr lang="nl-NL"/>
          </a:p>
        </p:txBody>
      </p:sp>
    </p:spTree>
    <p:extLst>
      <p:ext uri="{BB962C8B-B14F-4D97-AF65-F5344CB8AC3E}">
        <p14:creationId xmlns:p14="http://schemas.microsoft.com/office/powerpoint/2010/main" val="42134787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a:p>
        </p:txBody>
      </p:sp>
      <p:sp>
        <p:nvSpPr>
          <p:cNvPr id="4" name="Tijdelijke aanduiding voor dianummer 3"/>
          <p:cNvSpPr>
            <a:spLocks noGrp="1"/>
          </p:cNvSpPr>
          <p:nvPr>
            <p:ph type="sldNum" sz="quarter" idx="5"/>
          </p:nvPr>
        </p:nvSpPr>
        <p:spPr/>
        <p:txBody>
          <a:bodyPr/>
          <a:lstStyle/>
          <a:p>
            <a:fld id="{B9782488-E365-5E4C-A84A-8E13E6065B63}" type="slidenum">
              <a:rPr lang="nl-NL" smtClean="0"/>
              <a:t>1</a:t>
            </a:fld>
            <a:endParaRPr lang="nl-NL"/>
          </a:p>
        </p:txBody>
      </p:sp>
    </p:spTree>
    <p:extLst>
      <p:ext uri="{BB962C8B-B14F-4D97-AF65-F5344CB8AC3E}">
        <p14:creationId xmlns:p14="http://schemas.microsoft.com/office/powerpoint/2010/main" val="35980776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8" name="Group 17"/>
          <p:cNvGrpSpPr/>
          <p:nvPr/>
        </p:nvGrpSpPr>
        <p:grpSpPr>
          <a:xfrm>
            <a:off x="0" y="0"/>
            <a:ext cx="9144677" cy="6858000"/>
            <a:chOff x="0" y="0"/>
            <a:chExt cx="9144677" cy="6858000"/>
          </a:xfrm>
        </p:grpSpPr>
        <p:pic>
          <p:nvPicPr>
            <p:cNvPr id="8" name="Picture 7" descr="S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1" name="Rectangle 10"/>
            <p:cNvSpPr/>
            <p:nvPr/>
          </p:nvSpPr>
          <p:spPr>
            <a:xfrm>
              <a:off x="1515532" y="1520422"/>
              <a:ext cx="6112935" cy="3818468"/>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2" name="Picture 11"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959"/>
            <a:stretch/>
          </p:blipFill>
          <p:spPr>
            <a:xfrm>
              <a:off x="0" y="3128434"/>
              <a:ext cx="1664208" cy="612648"/>
            </a:xfrm>
            <a:prstGeom prst="rect">
              <a:avLst/>
            </a:prstGeom>
          </p:spPr>
        </p:pic>
        <p:pic>
          <p:nvPicPr>
            <p:cNvPr id="13" name="Picture 12"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959"/>
            <a:stretch/>
          </p:blipFill>
          <p:spPr>
            <a:xfrm>
              <a:off x="7480469" y="3128434"/>
              <a:ext cx="1664208" cy="612648"/>
            </a:xfrm>
            <a:prstGeom prst="rect">
              <a:avLst/>
            </a:prstGeom>
          </p:spPr>
        </p:pic>
      </p:grpSp>
      <p:sp>
        <p:nvSpPr>
          <p:cNvPr id="2" name="Title 1"/>
          <p:cNvSpPr>
            <a:spLocks noGrp="1"/>
          </p:cNvSpPr>
          <p:nvPr>
            <p:ph type="ctrTitle"/>
          </p:nvPr>
        </p:nvSpPr>
        <p:spPr>
          <a:xfrm>
            <a:off x="1921934" y="1811863"/>
            <a:ext cx="5308866" cy="1515533"/>
          </a:xfrm>
        </p:spPr>
        <p:txBody>
          <a:bodyPr anchor="b">
            <a:noAutofit/>
          </a:bodyPr>
          <a:lstStyle>
            <a:lvl1pPr algn="ctr">
              <a:defRPr sz="4800">
                <a:effectLst/>
              </a:defRPr>
            </a:lvl1pPr>
          </a:lstStyle>
          <a:p>
            <a:r>
              <a:rPr lang="en-US" dirty="0"/>
              <a:t>Click to edit Master title style</a:t>
            </a:r>
          </a:p>
        </p:txBody>
      </p:sp>
      <p:sp>
        <p:nvSpPr>
          <p:cNvPr id="3" name="Subtitle 2"/>
          <p:cNvSpPr>
            <a:spLocks noGrp="1"/>
          </p:cNvSpPr>
          <p:nvPr>
            <p:ph type="subTitle" idx="1"/>
          </p:nvPr>
        </p:nvSpPr>
        <p:spPr>
          <a:xfrm>
            <a:off x="1921934" y="3598327"/>
            <a:ext cx="5308866" cy="1377651"/>
          </a:xfrm>
        </p:spPr>
        <p:txBody>
          <a:bodyPr anchor="t">
            <a:normAutofit/>
          </a:bodyPr>
          <a:lstStyle>
            <a:lvl1pPr marL="0" indent="0" algn="ctr">
              <a:buNone/>
              <a:defRPr sz="20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a:xfrm>
            <a:off x="6065417" y="5054602"/>
            <a:ext cx="673276" cy="279400"/>
          </a:xfrm>
        </p:spPr>
        <p:txBody>
          <a:bodyPr/>
          <a:lstStyle/>
          <a:p>
            <a:fld id="{B61BEF0D-F0BB-DE4B-95CE-6DB70DBA9567}" type="datetimeFigureOut">
              <a:rPr lang="en-US" dirty="0"/>
              <a:pPr/>
              <a:t>9/13/25</a:t>
            </a:fld>
            <a:endParaRPr lang="en-US" dirty="0"/>
          </a:p>
        </p:txBody>
      </p:sp>
      <p:sp>
        <p:nvSpPr>
          <p:cNvPr id="5" name="Footer Placeholder 4"/>
          <p:cNvSpPr>
            <a:spLocks noGrp="1"/>
          </p:cNvSpPr>
          <p:nvPr>
            <p:ph type="ftr" sz="quarter" idx="11"/>
          </p:nvPr>
        </p:nvSpPr>
        <p:spPr>
          <a:xfrm>
            <a:off x="1921934" y="5054602"/>
            <a:ext cx="4064860" cy="279400"/>
          </a:xfrm>
        </p:spPr>
        <p:txBody>
          <a:bodyPr/>
          <a:lstStyle/>
          <a:p>
            <a:endParaRPr lang="en-US" dirty="0"/>
          </a:p>
        </p:txBody>
      </p:sp>
      <p:sp>
        <p:nvSpPr>
          <p:cNvPr id="6" name="Slide Number Placeholder 5"/>
          <p:cNvSpPr>
            <a:spLocks noGrp="1"/>
          </p:cNvSpPr>
          <p:nvPr>
            <p:ph type="sldNum" sz="quarter" idx="12"/>
          </p:nvPr>
        </p:nvSpPr>
        <p:spPr>
          <a:xfrm>
            <a:off x="6817317" y="5054602"/>
            <a:ext cx="413483" cy="279400"/>
          </a:xfrm>
        </p:spPr>
        <p:txBody>
          <a:bodyPr/>
          <a:lstStyle/>
          <a:p>
            <a:fld id="{D57F1E4F-1CFF-5643-939E-217C01CDF565}" type="slidenum">
              <a:rPr lang="en-US" dirty="0"/>
              <a:pPr/>
              <a:t>‹nr.›</a:t>
            </a:fld>
            <a:endParaRPr lang="en-US" dirty="0"/>
          </a:p>
        </p:txBody>
      </p:sp>
      <p:cxnSp>
        <p:nvCxnSpPr>
          <p:cNvPr id="15" name="Straight Connector 14"/>
          <p:cNvCxnSpPr/>
          <p:nvPr/>
        </p:nvCxnSpPr>
        <p:spPr>
          <a:xfrm>
            <a:off x="2019825" y="3471329"/>
            <a:ext cx="5113083"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18149667"/>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278465" y="235626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05BFA754-D5C3-4E66-96A6-867B257F58DC}" type="datetimeFigureOut">
              <a:rPr lang="en-US" dirty="0"/>
              <a:t>9/13/25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D84065D-F351-4B03-BD91-D8A6B8D4B362}" type="slidenum">
              <a:rPr lang="en-US" dirty="0"/>
              <a:t>‹nr.›</a:t>
            </a:fld>
            <a:endParaRPr lang="en-US" dirty="0"/>
          </a:p>
        </p:txBody>
      </p:sp>
    </p:spTree>
    <p:extLst>
      <p:ext uri="{BB962C8B-B14F-4D97-AF65-F5344CB8AC3E}">
        <p14:creationId xmlns:p14="http://schemas.microsoft.com/office/powerpoint/2010/main" val="1968442035"/>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78465" y="1641413"/>
            <a:ext cx="6595534" cy="1822514"/>
          </a:xfrm>
        </p:spPr>
        <p:txBody>
          <a:bodyPr anchor="b">
            <a:normAutofit/>
          </a:bodyPr>
          <a:lstStyle>
            <a:lvl1pPr algn="ctr">
              <a:defRPr sz="4000" b="0" cap="none"/>
            </a:lvl1pPr>
          </a:lstStyle>
          <a:p>
            <a:r>
              <a:rPr lang="en-US" dirty="0"/>
              <a:t>Click to edit Master title style</a:t>
            </a:r>
          </a:p>
        </p:txBody>
      </p:sp>
      <p:sp>
        <p:nvSpPr>
          <p:cNvPr id="3" name="Text Placeholder 2"/>
          <p:cNvSpPr>
            <a:spLocks noGrp="1"/>
          </p:cNvSpPr>
          <p:nvPr>
            <p:ph type="body" idx="1"/>
          </p:nvPr>
        </p:nvSpPr>
        <p:spPr>
          <a:xfrm>
            <a:off x="1278465" y="3734859"/>
            <a:ext cx="6595534" cy="1090015"/>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9/13/25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‹nr.›</a:t>
            </a:fld>
            <a:endParaRPr lang="en-US" dirty="0"/>
          </a:p>
        </p:txBody>
      </p:sp>
      <p:cxnSp>
        <p:nvCxnSpPr>
          <p:cNvPr id="31" name="Straight Connector 30"/>
          <p:cNvCxnSpPr/>
          <p:nvPr/>
        </p:nvCxnSpPr>
        <p:spPr>
          <a:xfrm>
            <a:off x="1278466" y="3599392"/>
            <a:ext cx="6595533"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88604078"/>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278465" y="235626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1176866" y="915337"/>
            <a:ext cx="6798734" cy="1303867"/>
          </a:xfrm>
        </p:spPr>
        <p:txBody>
          <a:bodyPr/>
          <a:lstStyle/>
          <a:p>
            <a:r>
              <a:rPr lang="en-US" dirty="0"/>
              <a:t>Click to edit Master title style</a:t>
            </a:r>
          </a:p>
        </p:txBody>
      </p:sp>
      <p:sp>
        <p:nvSpPr>
          <p:cNvPr id="3" name="Content Placeholder 2"/>
          <p:cNvSpPr>
            <a:spLocks noGrp="1"/>
          </p:cNvSpPr>
          <p:nvPr>
            <p:ph sz="half" idx="1"/>
          </p:nvPr>
        </p:nvSpPr>
        <p:spPr>
          <a:xfrm>
            <a:off x="1176866" y="2487168"/>
            <a:ext cx="3337560" cy="3447288"/>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5152" y="2487168"/>
            <a:ext cx="3337560" cy="3447288"/>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05BFA754-D5C3-4E66-96A6-867B257F58DC}" type="datetimeFigureOut">
              <a:rPr lang="en-US" dirty="0"/>
              <a:t>9/13/25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D84065D-F351-4B03-BD91-D8A6B8D4B362}" type="slidenum">
              <a:rPr lang="en-US" dirty="0"/>
              <a:t>‹nr.›</a:t>
            </a:fld>
            <a:endParaRPr lang="en-US" dirty="0"/>
          </a:p>
        </p:txBody>
      </p:sp>
    </p:spTree>
    <p:extLst>
      <p:ext uri="{BB962C8B-B14F-4D97-AF65-F5344CB8AC3E}">
        <p14:creationId xmlns:p14="http://schemas.microsoft.com/office/powerpoint/2010/main" val="3300893411"/>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dirty="0"/>
              <a:t>Click to edit Master title style</a:t>
            </a:r>
          </a:p>
        </p:txBody>
      </p:sp>
      <p:sp>
        <p:nvSpPr>
          <p:cNvPr id="3" name="Text Placeholder 2"/>
          <p:cNvSpPr>
            <a:spLocks noGrp="1"/>
          </p:cNvSpPr>
          <p:nvPr>
            <p:ph type="body" idx="1"/>
          </p:nvPr>
        </p:nvSpPr>
        <p:spPr>
          <a:xfrm>
            <a:off x="1176868" y="2658533"/>
            <a:ext cx="333756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1176868" y="3243263"/>
            <a:ext cx="3337560" cy="2706624"/>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41832" y="2658533"/>
            <a:ext cx="333756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41832" y="3243263"/>
            <a:ext cx="3337560" cy="2706624"/>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B61BEF0D-F0BB-DE4B-95CE-6DB70DBA9567}" type="datetimeFigureOut">
              <a:rPr lang="en-US" dirty="0"/>
              <a:pPr/>
              <a:t>9/13/25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‹nr.›</a:t>
            </a:fld>
            <a:endParaRPr lang="en-US" dirty="0"/>
          </a:p>
        </p:txBody>
      </p:sp>
      <p:cxnSp>
        <p:nvCxnSpPr>
          <p:cNvPr id="41" name="Straight Connector 40"/>
          <p:cNvCxnSpPr/>
          <p:nvPr/>
        </p:nvCxnSpPr>
        <p:spPr>
          <a:xfrm>
            <a:off x="1278466" y="235467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29618757"/>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176865" y="915337"/>
            <a:ext cx="6798735" cy="1303867"/>
          </a:xfrm>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B61BEF0D-F0BB-DE4B-95CE-6DB70DBA9567}" type="datetimeFigureOut">
              <a:rPr lang="en-US" dirty="0"/>
              <a:pPr/>
              <a:t>9/13/25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‹nr.›</a:t>
            </a:fld>
            <a:endParaRPr lang="en-US" dirty="0"/>
          </a:p>
        </p:txBody>
      </p:sp>
      <p:cxnSp>
        <p:nvCxnSpPr>
          <p:cNvPr id="14" name="Straight Connector 13"/>
          <p:cNvCxnSpPr/>
          <p:nvPr/>
        </p:nvCxnSpPr>
        <p:spPr>
          <a:xfrm>
            <a:off x="1278466" y="235467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23072214"/>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9/13/25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‹nr.›</a:t>
            </a:fld>
            <a:endParaRPr lang="en-US" dirty="0"/>
          </a:p>
        </p:txBody>
      </p:sp>
    </p:spTree>
    <p:extLst>
      <p:ext uri="{BB962C8B-B14F-4D97-AF65-F5344CB8AC3E}">
        <p14:creationId xmlns:p14="http://schemas.microsoft.com/office/powerpoint/2010/main" val="171752797"/>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5" y="1388534"/>
            <a:ext cx="2536798" cy="1371600"/>
          </a:xfrm>
        </p:spPr>
        <p:txBody>
          <a:bodyPr anchor="b">
            <a:normAutofit/>
          </a:bodyPr>
          <a:lstStyle>
            <a:lvl1pPr algn="ctr">
              <a:defRPr sz="2400" b="0"/>
            </a:lvl1pPr>
          </a:lstStyle>
          <a:p>
            <a:r>
              <a:rPr lang="en-US" dirty="0"/>
              <a:t>Click to edit Master title style</a:t>
            </a:r>
          </a:p>
        </p:txBody>
      </p:sp>
      <p:sp>
        <p:nvSpPr>
          <p:cNvPr id="3" name="Content Placeholder 2"/>
          <p:cNvSpPr>
            <a:spLocks noGrp="1"/>
          </p:cNvSpPr>
          <p:nvPr>
            <p:ph idx="1"/>
          </p:nvPr>
        </p:nvSpPr>
        <p:spPr>
          <a:xfrm>
            <a:off x="4120062" y="982132"/>
            <a:ext cx="3855539" cy="4893735"/>
          </a:xfrm>
        </p:spPr>
        <p:txBody>
          <a:bodyPr anchor="ct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1176865" y="3031065"/>
            <a:ext cx="2536798"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9/13/25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‹nr.›</a:t>
            </a:fld>
            <a:endParaRPr lang="en-US" dirty="0"/>
          </a:p>
        </p:txBody>
      </p:sp>
      <p:cxnSp>
        <p:nvCxnSpPr>
          <p:cNvPr id="16" name="Straight Connector 15"/>
          <p:cNvCxnSpPr/>
          <p:nvPr/>
        </p:nvCxnSpPr>
        <p:spPr>
          <a:xfrm>
            <a:off x="1278466" y="2912533"/>
            <a:ext cx="233359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77255153"/>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5" y="1883832"/>
            <a:ext cx="3632202" cy="1371600"/>
          </a:xfrm>
        </p:spPr>
        <p:txBody>
          <a:bodyPr anchor="b">
            <a:normAutofit/>
          </a:bodyPr>
          <a:lstStyle>
            <a:lvl1pPr algn="ctr">
              <a:defRPr sz="2400" b="0"/>
            </a:lvl1pPr>
          </a:lstStyle>
          <a:p>
            <a:r>
              <a:rPr lang="en-US" dirty="0"/>
              <a:t>Click to edit Master title style</a:t>
            </a:r>
          </a:p>
        </p:txBody>
      </p:sp>
      <p:sp>
        <p:nvSpPr>
          <p:cNvPr id="17" name="Picture Placeholder 2"/>
          <p:cNvSpPr>
            <a:spLocks noGrp="1" noChangeAspect="1"/>
          </p:cNvSpPr>
          <p:nvPr>
            <p:ph type="pic" idx="1"/>
          </p:nvPr>
        </p:nvSpPr>
        <p:spPr>
          <a:xfrm>
            <a:off x="5183069" y="1032933"/>
            <a:ext cx="2929463" cy="4792136"/>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4" name="Text Placeholder 3"/>
          <p:cNvSpPr>
            <a:spLocks noGrp="1"/>
          </p:cNvSpPr>
          <p:nvPr>
            <p:ph type="body" sz="half" idx="2"/>
          </p:nvPr>
        </p:nvSpPr>
        <p:spPr>
          <a:xfrm>
            <a:off x="1176865" y="3255432"/>
            <a:ext cx="3632201" cy="1828800"/>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9/13/25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‹nr.›</a:t>
            </a:fld>
            <a:endParaRPr lang="en-US" dirty="0"/>
          </a:p>
        </p:txBody>
      </p:sp>
    </p:spTree>
    <p:extLst>
      <p:ext uri="{BB962C8B-B14F-4D97-AF65-F5344CB8AC3E}">
        <p14:creationId xmlns:p14="http://schemas.microsoft.com/office/powerpoint/2010/main" val="3824160894"/>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6" y="4815415"/>
            <a:ext cx="6798734" cy="566738"/>
          </a:xfrm>
        </p:spPr>
        <p:txBody>
          <a:bodyPr anchor="b">
            <a:normAutofit/>
          </a:bodyPr>
          <a:lstStyle>
            <a:lvl1pPr algn="ctr">
              <a:defRPr sz="2400" b="0"/>
            </a:lvl1pPr>
          </a:lstStyle>
          <a:p>
            <a:r>
              <a:rPr lang="en-US" dirty="0"/>
              <a:t>Click to edit Master title style</a:t>
            </a:r>
          </a:p>
        </p:txBody>
      </p:sp>
      <p:sp>
        <p:nvSpPr>
          <p:cNvPr id="3" name="Picture Placeholder 2"/>
          <p:cNvSpPr>
            <a:spLocks noGrp="1" noChangeAspect="1"/>
          </p:cNvSpPr>
          <p:nvPr>
            <p:ph type="pic" idx="1"/>
          </p:nvPr>
        </p:nvSpPr>
        <p:spPr>
          <a:xfrm>
            <a:off x="1026260" y="1032933"/>
            <a:ext cx="7091482" cy="3361269"/>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4" name="Text Placeholder 3"/>
          <p:cNvSpPr>
            <a:spLocks noGrp="1"/>
          </p:cNvSpPr>
          <p:nvPr>
            <p:ph type="body" sz="half" idx="2"/>
          </p:nvPr>
        </p:nvSpPr>
        <p:spPr>
          <a:xfrm>
            <a:off x="1176866" y="5382153"/>
            <a:ext cx="6798734" cy="493712"/>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9/13/25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‹nr.›</a:t>
            </a:fld>
            <a:endParaRPr lang="en-US" dirty="0"/>
          </a:p>
        </p:txBody>
      </p:sp>
    </p:spTree>
    <p:extLst>
      <p:ext uri="{BB962C8B-B14F-4D97-AF65-F5344CB8AC3E}">
        <p14:creationId xmlns:p14="http://schemas.microsoft.com/office/powerpoint/2010/main" val="1762060765"/>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6" y="906873"/>
            <a:ext cx="6798734" cy="3097860"/>
          </a:xfrm>
        </p:spPr>
        <p:txBody>
          <a:bodyPr anchor="ctr">
            <a:normAutofit/>
          </a:bodyPr>
          <a:lstStyle>
            <a:lvl1pPr algn="ctr">
              <a:defRPr sz="3200" b="0" cap="none"/>
            </a:lvl1pPr>
          </a:lstStyle>
          <a:p>
            <a:r>
              <a:rPr lang="en-US" dirty="0"/>
              <a:t>Click to edit Master title style</a:t>
            </a:r>
          </a:p>
        </p:txBody>
      </p:sp>
      <p:sp>
        <p:nvSpPr>
          <p:cNvPr id="3" name="Text Placeholder 2"/>
          <p:cNvSpPr>
            <a:spLocks noGrp="1"/>
          </p:cNvSpPr>
          <p:nvPr>
            <p:ph type="body" idx="1"/>
          </p:nvPr>
        </p:nvSpPr>
        <p:spPr>
          <a:xfrm>
            <a:off x="1176865" y="4275666"/>
            <a:ext cx="6798736" cy="1600202"/>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9/13/25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‹nr.›</a:t>
            </a:fld>
            <a:endParaRPr lang="en-US" dirty="0"/>
          </a:p>
        </p:txBody>
      </p:sp>
      <p:cxnSp>
        <p:nvCxnSpPr>
          <p:cNvPr id="15" name="Straight Connector 14"/>
          <p:cNvCxnSpPr/>
          <p:nvPr/>
        </p:nvCxnSpPr>
        <p:spPr>
          <a:xfrm>
            <a:off x="1278465" y="4140199"/>
            <a:ext cx="6606425"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54707458"/>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34333" y="982132"/>
            <a:ext cx="6400250" cy="2370668"/>
          </a:xfrm>
        </p:spPr>
        <p:txBody>
          <a:bodyPr anchor="ctr">
            <a:normAutofit/>
          </a:bodyPr>
          <a:lstStyle>
            <a:lvl1pPr algn="ctr">
              <a:defRPr sz="3200" b="0" cap="none">
                <a:solidFill>
                  <a:schemeClr val="tx1"/>
                </a:solidFill>
              </a:defRPr>
            </a:lvl1pPr>
          </a:lstStyle>
          <a:p>
            <a:r>
              <a:rPr lang="en-US" dirty="0"/>
              <a:t>Click to edit Master title style</a:t>
            </a:r>
          </a:p>
        </p:txBody>
      </p:sp>
      <p:sp>
        <p:nvSpPr>
          <p:cNvPr id="10" name="Text Placeholder 9"/>
          <p:cNvSpPr>
            <a:spLocks noGrp="1"/>
          </p:cNvSpPr>
          <p:nvPr>
            <p:ph type="body" sz="quarter" idx="13"/>
          </p:nvPr>
        </p:nvSpPr>
        <p:spPr>
          <a:xfrm>
            <a:off x="1600200" y="3352799"/>
            <a:ext cx="5892798" cy="651933"/>
          </a:xfrm>
        </p:spPr>
        <p:txBody>
          <a:bodyPr anchor="ctr">
            <a:normAutofit/>
          </a:bodyPr>
          <a:lstStyle>
            <a:lvl1pPr marL="0" indent="0" algn="r">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Click to edit Master text styles</a:t>
            </a:r>
          </a:p>
        </p:txBody>
      </p:sp>
      <p:sp>
        <p:nvSpPr>
          <p:cNvPr id="3" name="Text Placeholder 2"/>
          <p:cNvSpPr>
            <a:spLocks noGrp="1"/>
          </p:cNvSpPr>
          <p:nvPr>
            <p:ph type="body" idx="1"/>
          </p:nvPr>
        </p:nvSpPr>
        <p:spPr>
          <a:xfrm>
            <a:off x="1176863" y="4343400"/>
            <a:ext cx="6798738"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9/13/25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‹nr.›</a:t>
            </a:fld>
            <a:endParaRPr lang="en-US" dirty="0"/>
          </a:p>
        </p:txBody>
      </p:sp>
      <p:sp>
        <p:nvSpPr>
          <p:cNvPr id="14" name="TextBox 13"/>
          <p:cNvSpPr txBox="1"/>
          <p:nvPr/>
        </p:nvSpPr>
        <p:spPr>
          <a:xfrm>
            <a:off x="849969" y="905362"/>
            <a:ext cx="457319" cy="584776"/>
          </a:xfrm>
          <a:prstGeom prst="rect">
            <a:avLst/>
          </a:prstGeom>
        </p:spPr>
        <p:txBody>
          <a:bodyPr vert="horz" lIns="91440" tIns="45720" rIns="91440" bIns="45720" rtlCol="0" anchor="ctr">
            <a:noAutofit/>
          </a:bodyPr>
          <a:lstStyle/>
          <a:p>
            <a:pPr lvl="0"/>
            <a:r>
              <a:rPr lang="en-US" sz="7200" dirty="0">
                <a:solidFill>
                  <a:schemeClr val="tx1"/>
                </a:solidFill>
                <a:effectLst/>
              </a:rPr>
              <a:t>“</a:t>
            </a:r>
          </a:p>
        </p:txBody>
      </p:sp>
      <p:sp>
        <p:nvSpPr>
          <p:cNvPr id="15" name="TextBox 14"/>
          <p:cNvSpPr txBox="1"/>
          <p:nvPr/>
        </p:nvSpPr>
        <p:spPr>
          <a:xfrm>
            <a:off x="7633503" y="2827870"/>
            <a:ext cx="457319" cy="584776"/>
          </a:xfrm>
          <a:prstGeom prst="rect">
            <a:avLst/>
          </a:prstGeom>
        </p:spPr>
        <p:txBody>
          <a:bodyPr vert="horz" lIns="91440" tIns="45720" rIns="91440" bIns="45720" rtlCol="0" anchor="ctr">
            <a:noAutofit/>
          </a:bodyPr>
          <a:lstStyle/>
          <a:p>
            <a:pPr lvl="0" algn="r"/>
            <a:r>
              <a:rPr lang="en-US" sz="7200" dirty="0">
                <a:solidFill>
                  <a:schemeClr val="tx1"/>
                </a:solidFill>
                <a:effectLst/>
              </a:rPr>
              <a:t>”</a:t>
            </a:r>
          </a:p>
        </p:txBody>
      </p:sp>
      <p:cxnSp>
        <p:nvCxnSpPr>
          <p:cNvPr id="19" name="Straight Connector 18"/>
          <p:cNvCxnSpPr/>
          <p:nvPr/>
        </p:nvCxnSpPr>
        <p:spPr>
          <a:xfrm>
            <a:off x="1278466" y="4140199"/>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82359946"/>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76869" y="3308581"/>
            <a:ext cx="6798728" cy="1468800"/>
          </a:xfrm>
        </p:spPr>
        <p:txBody>
          <a:bodyPr anchor="b">
            <a:normAutofit/>
          </a:bodyPr>
          <a:lstStyle>
            <a:lvl1pPr algn="l">
              <a:defRPr sz="3200" b="0" cap="none"/>
            </a:lvl1pPr>
          </a:lstStyle>
          <a:p>
            <a:r>
              <a:rPr lang="en-US" dirty="0"/>
              <a:t>Click to edit Master title style</a:t>
            </a:r>
          </a:p>
        </p:txBody>
      </p:sp>
      <p:sp>
        <p:nvSpPr>
          <p:cNvPr id="3" name="Text Placeholder 2"/>
          <p:cNvSpPr>
            <a:spLocks noGrp="1"/>
          </p:cNvSpPr>
          <p:nvPr>
            <p:ph type="body" idx="1"/>
          </p:nvPr>
        </p:nvSpPr>
        <p:spPr>
          <a:xfrm>
            <a:off x="1176868" y="4777381"/>
            <a:ext cx="6798730" cy="8604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9/13/25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‹nr.›</a:t>
            </a:fld>
            <a:endParaRPr lang="en-US" dirty="0"/>
          </a:p>
        </p:txBody>
      </p:sp>
    </p:spTree>
    <p:extLst>
      <p:ext uri="{BB962C8B-B14F-4D97-AF65-F5344CB8AC3E}">
        <p14:creationId xmlns:p14="http://schemas.microsoft.com/office/powerpoint/2010/main" val="390965559"/>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09416" y="982132"/>
            <a:ext cx="6325168" cy="2243668"/>
          </a:xfrm>
        </p:spPr>
        <p:txBody>
          <a:bodyPr anchor="ctr">
            <a:normAutofit/>
          </a:bodyPr>
          <a:lstStyle>
            <a:lvl1pPr algn="ctr">
              <a:defRPr sz="3200" b="0" cap="none">
                <a:solidFill>
                  <a:schemeClr val="tx1"/>
                </a:solidFill>
              </a:defRPr>
            </a:lvl1pPr>
          </a:lstStyle>
          <a:p>
            <a:r>
              <a:rPr lang="en-US" dirty="0"/>
              <a:t>Click to edit Master title style</a:t>
            </a:r>
          </a:p>
        </p:txBody>
      </p:sp>
      <p:sp>
        <p:nvSpPr>
          <p:cNvPr id="18" name="Text Placeholder 2"/>
          <p:cNvSpPr>
            <a:spLocks noGrp="1"/>
          </p:cNvSpPr>
          <p:nvPr>
            <p:ph type="body" idx="13"/>
          </p:nvPr>
        </p:nvSpPr>
        <p:spPr>
          <a:xfrm>
            <a:off x="1176868" y="3639312"/>
            <a:ext cx="6798730" cy="886968"/>
          </a:xfrm>
        </p:spPr>
        <p:txBody>
          <a:bodyPr anchor="b">
            <a:normAutofit/>
          </a:bodyPr>
          <a:lstStyle>
            <a:lvl1pPr marL="0" indent="0" algn="l">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3" name="Text Placeholder 2"/>
          <p:cNvSpPr>
            <a:spLocks noGrp="1"/>
          </p:cNvSpPr>
          <p:nvPr>
            <p:ph type="body" idx="1"/>
          </p:nvPr>
        </p:nvSpPr>
        <p:spPr>
          <a:xfrm>
            <a:off x="1176865" y="4529667"/>
            <a:ext cx="6798736" cy="1346200"/>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9/13/25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‹nr.›</a:t>
            </a:fld>
            <a:endParaRPr lang="en-US" dirty="0"/>
          </a:p>
        </p:txBody>
      </p:sp>
      <p:sp>
        <p:nvSpPr>
          <p:cNvPr id="12" name="TextBox 11"/>
          <p:cNvSpPr txBox="1"/>
          <p:nvPr/>
        </p:nvSpPr>
        <p:spPr>
          <a:xfrm>
            <a:off x="878060" y="896895"/>
            <a:ext cx="457319"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7649796" y="2607728"/>
            <a:ext cx="457319"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278466" y="342900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47295150"/>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76865" y="982131"/>
            <a:ext cx="6798734" cy="2294467"/>
          </a:xfrm>
        </p:spPr>
        <p:txBody>
          <a:bodyPr vert="horz" lIns="91440" tIns="45720" rIns="91440" bIns="45720" rtlCol="0" anchor="ctr">
            <a:normAutofit/>
          </a:bodyPr>
          <a:lstStyle>
            <a:lvl1pPr>
              <a:defRPr lang="en-US" sz="3200" b="0" dirty="0"/>
            </a:lvl1pPr>
          </a:lstStyle>
          <a:p>
            <a:pPr marL="0" lvl="0"/>
            <a:r>
              <a:rPr lang="en-US" dirty="0"/>
              <a:t>Click to edit Master title style</a:t>
            </a:r>
          </a:p>
        </p:txBody>
      </p:sp>
      <p:sp>
        <p:nvSpPr>
          <p:cNvPr id="14" name="Text Placeholder 2"/>
          <p:cNvSpPr>
            <a:spLocks noGrp="1"/>
          </p:cNvSpPr>
          <p:nvPr>
            <p:ph type="body" idx="13"/>
          </p:nvPr>
        </p:nvSpPr>
        <p:spPr>
          <a:xfrm>
            <a:off x="1176868" y="3566160"/>
            <a:ext cx="6798730" cy="905256"/>
          </a:xfrm>
        </p:spPr>
        <p:txBody>
          <a:bodyPr anchor="b">
            <a:normAutofit/>
          </a:bodyPr>
          <a:lstStyle>
            <a:lvl1pPr marL="0" indent="0" algn="l">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3" name="Text Placeholder 2"/>
          <p:cNvSpPr>
            <a:spLocks noGrp="1"/>
          </p:cNvSpPr>
          <p:nvPr>
            <p:ph type="body" idx="1"/>
          </p:nvPr>
        </p:nvSpPr>
        <p:spPr>
          <a:xfrm>
            <a:off x="1176866" y="4470400"/>
            <a:ext cx="6798734" cy="1405467"/>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9/13/25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‹nr.›</a:t>
            </a:fld>
            <a:endParaRPr lang="en-US" dirty="0"/>
          </a:p>
        </p:txBody>
      </p:sp>
      <p:cxnSp>
        <p:nvCxnSpPr>
          <p:cNvPr id="15" name="Straight Connector 14"/>
          <p:cNvCxnSpPr/>
          <p:nvPr/>
        </p:nvCxnSpPr>
        <p:spPr>
          <a:xfrm>
            <a:off x="1278469" y="3429000"/>
            <a:ext cx="6606421"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39413905"/>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dirty="0"/>
              <a:t>Click to edit Master title style</a:t>
            </a:r>
          </a:p>
        </p:txBody>
      </p:sp>
      <p:sp>
        <p:nvSpPr>
          <p:cNvPr id="3" name="Vertical Text Placeholder 2"/>
          <p:cNvSpPr>
            <a:spLocks noGrp="1"/>
          </p:cNvSpPr>
          <p:nvPr>
            <p:ph type="body" orient="vert" idx="1"/>
          </p:nvPr>
        </p:nvSpPr>
        <p:spPr>
          <a:xfrm>
            <a:off x="1176865" y="2490135"/>
            <a:ext cx="6798736" cy="3385733"/>
          </a:xfrm>
        </p:spPr>
        <p:txBody>
          <a:bodyPr vert="eaVert" ancho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9/13/25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‹nr.›</a:t>
            </a:fld>
            <a:endParaRPr lang="en-US" dirty="0"/>
          </a:p>
        </p:txBody>
      </p:sp>
      <p:cxnSp>
        <p:nvCxnSpPr>
          <p:cNvPr id="14" name="Straight Connector 13"/>
          <p:cNvCxnSpPr/>
          <p:nvPr/>
        </p:nvCxnSpPr>
        <p:spPr>
          <a:xfrm>
            <a:off x="1278466" y="2354670"/>
            <a:ext cx="660642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53661153"/>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356667" y="906873"/>
            <a:ext cx="1618930" cy="4968995"/>
          </a:xfrm>
        </p:spPr>
        <p:txBody>
          <a:bodyPr vert="eaVert"/>
          <a:lstStyle/>
          <a:p>
            <a:r>
              <a:rPr lang="en-US" dirty="0"/>
              <a:t>Click to edit Master title style</a:t>
            </a:r>
          </a:p>
        </p:txBody>
      </p:sp>
      <p:sp>
        <p:nvSpPr>
          <p:cNvPr id="3" name="Vertical Text Placeholder 2"/>
          <p:cNvSpPr>
            <a:spLocks noGrp="1"/>
          </p:cNvSpPr>
          <p:nvPr>
            <p:ph type="body" orient="vert" idx="1"/>
          </p:nvPr>
        </p:nvSpPr>
        <p:spPr>
          <a:xfrm>
            <a:off x="1176867" y="906873"/>
            <a:ext cx="4915509" cy="4968993"/>
          </a:xfrm>
        </p:spPr>
        <p:txBody>
          <a:bodyPr vert="eaVert" ancho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9/13/25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‹nr.›</a:t>
            </a:fld>
            <a:endParaRPr lang="en-US" dirty="0"/>
          </a:p>
        </p:txBody>
      </p:sp>
      <p:cxnSp>
        <p:nvCxnSpPr>
          <p:cNvPr id="14" name="Straight Connector 13"/>
          <p:cNvCxnSpPr/>
          <p:nvPr/>
        </p:nvCxnSpPr>
        <p:spPr>
          <a:xfrm>
            <a:off x="6245512" y="906873"/>
            <a:ext cx="0" cy="4968993"/>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87455545"/>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 Id="rId19" Type="http://schemas.openxmlformats.org/officeDocument/2006/relationships/image" Target="../media/image3.png"/><Relationship Id="rId20" Type="http://schemas.openxmlformats.org/officeDocument/2006/relationships/image" Target="../media/image4.png"/><Relationship Id="rId21"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0" y="0"/>
            <a:ext cx="9152467" cy="6858000"/>
            <a:chOff x="0" y="0"/>
            <a:chExt cx="9152467" cy="6858000"/>
          </a:xfrm>
        </p:grpSpPr>
        <p:pic>
          <p:nvPicPr>
            <p:cNvPr id="8" name="Picture 7" descr="S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9" name="Rectangle 8"/>
            <p:cNvSpPr/>
            <p:nvPr/>
          </p:nvSpPr>
          <p:spPr>
            <a:xfrm>
              <a:off x="553888" y="542807"/>
              <a:ext cx="8039776" cy="5756392"/>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endParaRPr lang="nl-NL"/>
            </a:p>
          </p:txBody>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l="1" r="14240"/>
            <a:stretch/>
          </p:blipFill>
          <p:spPr>
            <a:xfrm>
              <a:off x="0" y="3128434"/>
              <a:ext cx="68580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l="1" r="14240"/>
            <a:stretch/>
          </p:blipFill>
          <p:spPr>
            <a:xfrm>
              <a:off x="8466667" y="3128434"/>
              <a:ext cx="685800" cy="606425"/>
            </a:xfrm>
            <a:prstGeom prst="rect">
              <a:avLst/>
            </a:prstGeom>
          </p:spPr>
        </p:pic>
      </p:grpSp>
      <p:sp>
        <p:nvSpPr>
          <p:cNvPr id="2" name="Title Placeholder 1"/>
          <p:cNvSpPr>
            <a:spLocks noGrp="1"/>
          </p:cNvSpPr>
          <p:nvPr>
            <p:ph type="title"/>
          </p:nvPr>
        </p:nvSpPr>
        <p:spPr>
          <a:xfrm>
            <a:off x="1176866" y="915337"/>
            <a:ext cx="6798734" cy="1303867"/>
          </a:xfrm>
          <a:prstGeom prst="rect">
            <a:avLst/>
          </a:prstGeom>
          <a:effectLst/>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1176865" y="2490135"/>
            <a:ext cx="6798736" cy="3444997"/>
          </a:xfrm>
          <a:prstGeom prst="rect">
            <a:avLst/>
          </a:prstGeom>
        </p:spPr>
        <p:txBody>
          <a:bodyPr vert="horz" lIns="91440" tIns="45720" rIns="91440" bIns="45720" rtlCol="0"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6356670" y="5960533"/>
            <a:ext cx="1148283"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9/13/25</a:t>
            </a:fld>
            <a:endParaRPr lang="en-US" dirty="0"/>
          </a:p>
        </p:txBody>
      </p:sp>
      <p:sp>
        <p:nvSpPr>
          <p:cNvPr id="5" name="Footer Placeholder 4"/>
          <p:cNvSpPr>
            <a:spLocks noGrp="1"/>
          </p:cNvSpPr>
          <p:nvPr>
            <p:ph type="ftr" sz="quarter" idx="3"/>
          </p:nvPr>
        </p:nvSpPr>
        <p:spPr>
          <a:xfrm>
            <a:off x="1176865" y="5960533"/>
            <a:ext cx="5104667"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7580091" y="5960533"/>
            <a:ext cx="39551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‹nr.›</a:t>
            </a:fld>
            <a:endParaRPr lang="en-US" dirty="0"/>
          </a:p>
        </p:txBody>
      </p:sp>
      <p:pic>
        <p:nvPicPr>
          <p:cNvPr id="13" name="Afbeelding 12" descr="Afbeelding met Graphics, Lettertype, typografie, tekst&#10;&#10;Door AI gegenereerde inhoud is mogelijk onjuist.">
            <a:extLst>
              <a:ext uri="{FF2B5EF4-FFF2-40B4-BE49-F238E27FC236}">
                <a16:creationId xmlns:a16="http://schemas.microsoft.com/office/drawing/2014/main" id="{818F9EE5-3F46-66F1-3D25-5C3680185E29}"/>
              </a:ext>
            </a:extLst>
          </p:cNvPr>
          <p:cNvPicPr>
            <a:picLocks noChangeAspect="1"/>
          </p:cNvPicPr>
          <p:nvPr userDrawn="1"/>
        </p:nvPicPr>
        <p:blipFill>
          <a:blip r:embed="rId21"/>
          <a:stretch>
            <a:fillRect/>
          </a:stretch>
        </p:blipFill>
        <p:spPr>
          <a:xfrm>
            <a:off x="7348607" y="-156154"/>
            <a:ext cx="1872051" cy="1872051"/>
          </a:xfrm>
          <a:prstGeom prst="rect">
            <a:avLst/>
          </a:prstGeom>
        </p:spPr>
      </p:pic>
    </p:spTree>
    <p:extLst>
      <p:ext uri="{BB962C8B-B14F-4D97-AF65-F5344CB8AC3E}">
        <p14:creationId xmlns:p14="http://schemas.microsoft.com/office/powerpoint/2010/main" val="412863518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xStyles>
    <p:titleStyle>
      <a:lvl1pPr algn="ctr" defTabSz="457200" rtl="0" eaLnBrk="1" latinLnBrk="0" hangingPunct="1">
        <a:spcBef>
          <a:spcPct val="0"/>
        </a:spcBef>
        <a:buNone/>
        <a:defRPr sz="40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8.jpe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5066F8AE-A5C7-4B3E-B1DA-D0B624059BE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802" y="0"/>
            <a:ext cx="9172471" cy="6856214"/>
            <a:chOff x="-15736" y="0"/>
            <a:chExt cx="12229962" cy="6856214"/>
          </a:xfrm>
        </p:grpSpPr>
        <p:pic>
          <p:nvPicPr>
            <p:cNvPr id="12" name="Picture 11">
              <a:extLst>
                <a:ext uri="{FF2B5EF4-FFF2-40B4-BE49-F238E27FC236}">
                  <a16:creationId xmlns:a16="http://schemas.microsoft.com/office/drawing/2014/main" id="{F78E901E-6697-44E3-9533-1457FA4F048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Rectangle 12">
              <a:extLst>
                <a:ext uri="{FF2B5EF4-FFF2-40B4-BE49-F238E27FC236}">
                  <a16:creationId xmlns:a16="http://schemas.microsoft.com/office/drawing/2014/main" id="{C515452A-514A-4763-9932-37302A8D6D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endParaRPr lang="nl-NL"/>
            </a:p>
          </p:txBody>
        </p:sp>
        <p:pic>
          <p:nvPicPr>
            <p:cNvPr id="14" name="Picture 13">
              <a:extLst>
                <a:ext uri="{FF2B5EF4-FFF2-40B4-BE49-F238E27FC236}">
                  <a16:creationId xmlns:a16="http://schemas.microsoft.com/office/drawing/2014/main" id="{D0EC146D-CF08-4B34-ADEB-2F0296F98A14}"/>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5" name="Picture 14">
              <a:extLst>
                <a:ext uri="{FF2B5EF4-FFF2-40B4-BE49-F238E27FC236}">
                  <a16:creationId xmlns:a16="http://schemas.microsoft.com/office/drawing/2014/main" id="{E1FBA240-87AB-400A-9292-7DC6F3E55215}"/>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useBgFill="1">
        <p:nvSpPr>
          <p:cNvPr id="17" name="Rectangle 16">
            <a:extLst>
              <a:ext uri="{FF2B5EF4-FFF2-40B4-BE49-F238E27FC236}">
                <a16:creationId xmlns:a16="http://schemas.microsoft.com/office/drawing/2014/main" id="{544958B8-57B6-4B37-8A18-D54A32EC2D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Afbeelding 5" descr="Afbeelding met tekst, Graphics, Lettertype, handschrift&#10;&#10;Door AI gegenereerde inhoud is mogelijk onjuist.">
            <a:extLst>
              <a:ext uri="{FF2B5EF4-FFF2-40B4-BE49-F238E27FC236}">
                <a16:creationId xmlns:a16="http://schemas.microsoft.com/office/drawing/2014/main" id="{C96DF756-5831-18C6-D0B8-101DE06B60AA}"/>
              </a:ext>
            </a:extLst>
          </p:cNvPr>
          <p:cNvPicPr>
            <a:picLocks noChangeAspect="1"/>
          </p:cNvPicPr>
          <p:nvPr/>
        </p:nvPicPr>
        <p:blipFill>
          <a:blip r:embed="rId6"/>
          <a:srcRect t="14153" r="-2" b="15977"/>
          <a:stretch>
            <a:fillRect/>
          </a:stretch>
        </p:blipFill>
        <p:spPr>
          <a:xfrm>
            <a:off x="364603" y="488137"/>
            <a:ext cx="8420582" cy="5883295"/>
          </a:xfrm>
          <a:prstGeom prst="rect">
            <a:avLst/>
          </a:prstGeom>
        </p:spPr>
      </p:pic>
      <p:sp>
        <p:nvSpPr>
          <p:cNvPr id="19" name="Rectangle 18">
            <a:extLst>
              <a:ext uri="{FF2B5EF4-FFF2-40B4-BE49-F238E27FC236}">
                <a16:creationId xmlns:a16="http://schemas.microsoft.com/office/drawing/2014/main" id="{B7E4A740-3A69-42A5-8AC0-3905D518F4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6009" y="609600"/>
            <a:ext cx="8229600" cy="5638800"/>
          </a:xfrm>
          <a:prstGeom prst="rect">
            <a:avLst/>
          </a:prstGeom>
          <a:noFill/>
          <a:ln w="15875" cap="flat">
            <a:solidFill>
              <a:schemeClr val="bg1"/>
            </a:solidFill>
            <a:miter lim="800000"/>
          </a:ln>
        </p:spPr>
        <p:style>
          <a:lnRef idx="1">
            <a:schemeClr val="accent1"/>
          </a:lnRef>
          <a:fillRef idx="3">
            <a:schemeClr val="accent1"/>
          </a:fillRef>
          <a:effectRef idx="2">
            <a:schemeClr val="accent1"/>
          </a:effectRef>
          <a:fontRef idx="minor">
            <a:schemeClr val="lt1"/>
          </a:fontRef>
        </p:style>
        <p:txBody>
          <a:bodyPr/>
          <a:lstStyle/>
          <a:p>
            <a:endParaRPr lang="nl-NL"/>
          </a:p>
        </p:txBody>
      </p:sp>
      <p:grpSp>
        <p:nvGrpSpPr>
          <p:cNvPr id="21" name="Group 20">
            <a:extLst>
              <a:ext uri="{FF2B5EF4-FFF2-40B4-BE49-F238E27FC236}">
                <a16:creationId xmlns:a16="http://schemas.microsoft.com/office/drawing/2014/main" id="{8283C010-53D7-404B-9300-DB1BAE1EAE9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128956"/>
            <a:ext cx="9176000" cy="658368"/>
            <a:chOff x="-18288" y="3128956"/>
            <a:chExt cx="12234672" cy="658368"/>
          </a:xfrm>
        </p:grpSpPr>
        <p:sp useBgFill="1">
          <p:nvSpPr>
            <p:cNvPr id="22" name="Rounded Rectangle 21">
              <a:extLst>
                <a:ext uri="{FF2B5EF4-FFF2-40B4-BE49-F238E27FC236}">
                  <a16:creationId xmlns:a16="http://schemas.microsoft.com/office/drawing/2014/main" id="{DFC03671-D6D3-4BA9-AD3E-6ADE11D07C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2303" y="3128956"/>
              <a:ext cx="45720" cy="658368"/>
            </a:xfrm>
            <a:prstGeom prst="roundRect">
              <a:avLst>
                <a:gd name="adj" fmla="val 50000"/>
              </a:avLst>
            </a:prstGeom>
            <a:ln w="9525">
              <a:noFill/>
            </a:ln>
            <a:effectLst>
              <a:innerShdw blurRad="114300">
                <a:prstClr val="black">
                  <a:alpha val="86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aramond" panose="02020404030301010803"/>
                <a:ea typeface="+mn-ea"/>
                <a:cs typeface="+mn-cs"/>
              </a:endParaRPr>
            </a:p>
          </p:txBody>
        </p:sp>
        <p:pic>
          <p:nvPicPr>
            <p:cNvPr id="23" name="Picture 22">
              <a:extLst>
                <a:ext uri="{FF2B5EF4-FFF2-40B4-BE49-F238E27FC236}">
                  <a16:creationId xmlns:a16="http://schemas.microsoft.com/office/drawing/2014/main" id="{DFD51935-8C23-4BCB-987B-F5AC9E3D94CA}"/>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a:stretch/>
          </p:blipFill>
          <p:spPr>
            <a:xfrm>
              <a:off x="-18288" y="3154680"/>
              <a:ext cx="777240" cy="606425"/>
            </a:xfrm>
            <a:prstGeom prst="rect">
              <a:avLst/>
            </a:prstGeom>
          </p:spPr>
        </p:pic>
        <p:sp useBgFill="1">
          <p:nvSpPr>
            <p:cNvPr id="24" name="Rounded Rectangle 27">
              <a:extLst>
                <a:ext uri="{FF2B5EF4-FFF2-40B4-BE49-F238E27FC236}">
                  <a16:creationId xmlns:a16="http://schemas.microsoft.com/office/drawing/2014/main" id="{72D5A197-23EF-4751-9E72-FEB79910EF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14377" y="3128956"/>
              <a:ext cx="45720" cy="658368"/>
            </a:xfrm>
            <a:prstGeom prst="roundRect">
              <a:avLst>
                <a:gd name="adj" fmla="val 50000"/>
              </a:avLst>
            </a:prstGeom>
            <a:ln w="9525">
              <a:noFill/>
            </a:ln>
            <a:effectLst>
              <a:innerShdw blurRad="114300">
                <a:prstClr val="black">
                  <a:alpha val="86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aramond" panose="02020404030301010803"/>
                <a:ea typeface="+mn-ea"/>
                <a:cs typeface="+mn-cs"/>
              </a:endParaRPr>
            </a:p>
          </p:txBody>
        </p:sp>
        <p:pic>
          <p:nvPicPr>
            <p:cNvPr id="25" name="Picture 24">
              <a:extLst>
                <a:ext uri="{FF2B5EF4-FFF2-40B4-BE49-F238E27FC236}">
                  <a16:creationId xmlns:a16="http://schemas.microsoft.com/office/drawing/2014/main" id="{5DD7E4D1-EC3E-4109-9647-9E6652A92D34}"/>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a:stretch/>
          </p:blipFill>
          <p:spPr>
            <a:xfrm flipH="1">
              <a:off x="11439144" y="3154680"/>
              <a:ext cx="777240" cy="606425"/>
            </a:xfrm>
            <a:prstGeom prst="rect">
              <a:avLst/>
            </a:prstGeom>
          </p:spPr>
        </p:pic>
      </p:gr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Wat is een Netschrift?</a:t>
            </a:r>
          </a:p>
        </p:txBody>
      </p:sp>
      <p:sp>
        <p:nvSpPr>
          <p:cNvPr id="3" name="Content Placeholder 2"/>
          <p:cNvSpPr>
            <a:spLocks noGrp="1"/>
          </p:cNvSpPr>
          <p:nvPr>
            <p:ph idx="1"/>
          </p:nvPr>
        </p:nvSpPr>
        <p:spPr/>
        <p:txBody>
          <a:bodyPr/>
          <a:lstStyle/>
          <a:p>
            <a:endParaRPr/>
          </a:p>
          <a:p>
            <a:pPr>
              <a:defRPr sz="2400">
                <a:latin typeface="Calibri"/>
              </a:defRPr>
            </a:pPr>
            <a:r>
              <a:rPr dirty="0"/>
              <a:t>Een </a:t>
            </a:r>
            <a:r>
              <a:rPr dirty="0" err="1"/>
              <a:t>schrift</a:t>
            </a:r>
            <a:r>
              <a:rPr dirty="0"/>
              <a:t> </a:t>
            </a:r>
            <a:r>
              <a:rPr dirty="0" err="1"/>
              <a:t>waarin</a:t>
            </a:r>
            <a:r>
              <a:rPr dirty="0"/>
              <a:t> je de </a:t>
            </a:r>
            <a:r>
              <a:rPr dirty="0" err="1"/>
              <a:t>belangrijkste</a:t>
            </a:r>
            <a:r>
              <a:rPr dirty="0"/>
              <a:t> </a:t>
            </a:r>
            <a:r>
              <a:rPr dirty="0" err="1"/>
              <a:t>opdrachten</a:t>
            </a:r>
            <a:r>
              <a:rPr dirty="0"/>
              <a:t> </a:t>
            </a:r>
            <a:r>
              <a:rPr dirty="0" err="1"/>
              <a:t>en</a:t>
            </a:r>
            <a:r>
              <a:rPr dirty="0"/>
              <a:t> </a:t>
            </a:r>
            <a:r>
              <a:rPr dirty="0" err="1"/>
              <a:t>mooiste</a:t>
            </a:r>
            <a:r>
              <a:rPr dirty="0"/>
              <a:t> </a:t>
            </a:r>
            <a:r>
              <a:rPr dirty="0" err="1"/>
              <a:t>werk</a:t>
            </a:r>
            <a:r>
              <a:rPr dirty="0"/>
              <a:t> </a:t>
            </a:r>
            <a:r>
              <a:rPr dirty="0" err="1"/>
              <a:t>verzamelt</a:t>
            </a:r>
            <a:endParaRPr dirty="0" err="1">
              <a:ea typeface="Calibri"/>
              <a:cs typeface="Calibri"/>
            </a:endParaRPr>
          </a:p>
          <a:p>
            <a:pPr>
              <a:defRPr sz="2400">
                <a:latin typeface="Calibri"/>
              </a:defRPr>
            </a:pPr>
            <a:r>
              <a:rPr dirty="0"/>
              <a:t>Geen </a:t>
            </a:r>
            <a:r>
              <a:rPr lang="nl-NL" dirty="0"/>
              <a:t>kladschriftje</a:t>
            </a:r>
            <a:r>
              <a:rPr dirty="0"/>
              <a:t>: </a:t>
            </a:r>
            <a:r>
              <a:rPr dirty="0" err="1"/>
              <a:t>dit</a:t>
            </a:r>
            <a:r>
              <a:rPr dirty="0"/>
              <a:t> </a:t>
            </a:r>
            <a:r>
              <a:rPr dirty="0" err="1"/>
              <a:t>wordt</a:t>
            </a:r>
            <a:r>
              <a:rPr dirty="0"/>
              <a:t> </a:t>
            </a:r>
            <a:r>
              <a:rPr dirty="0" err="1"/>
              <a:t>een</a:t>
            </a:r>
            <a:r>
              <a:rPr dirty="0"/>
              <a:t> document om trots op </a:t>
            </a:r>
            <a:r>
              <a:rPr dirty="0" err="1"/>
              <a:t>te</a:t>
            </a:r>
            <a:r>
              <a:rPr dirty="0"/>
              <a:t> </a:t>
            </a:r>
            <a:r>
              <a:rPr dirty="0" err="1"/>
              <a:t>zijn</a:t>
            </a:r>
            <a:endParaRPr dirty="0" err="1">
              <a:ea typeface="Calibri"/>
              <a:cs typeface="Calibri"/>
            </a:endParaRPr>
          </a:p>
          <a:p>
            <a:pPr>
              <a:defRPr sz="2400">
                <a:latin typeface="Calibri"/>
              </a:defRPr>
            </a:pPr>
            <a:r>
              <a:rPr dirty="0"/>
              <a:t>Na </a:t>
            </a:r>
            <a:r>
              <a:rPr dirty="0" err="1"/>
              <a:t>dit</a:t>
            </a:r>
            <a:r>
              <a:rPr dirty="0"/>
              <a:t> </a:t>
            </a:r>
            <a:r>
              <a:rPr dirty="0" err="1"/>
              <a:t>schooljaar</a:t>
            </a:r>
            <a:r>
              <a:rPr dirty="0"/>
              <a:t> is het </a:t>
            </a:r>
            <a:r>
              <a:rPr dirty="0" err="1"/>
              <a:t>een</a:t>
            </a:r>
            <a:r>
              <a:rPr dirty="0"/>
              <a:t> </a:t>
            </a:r>
            <a:r>
              <a:rPr dirty="0" err="1"/>
              <a:t>herinnering</a:t>
            </a:r>
            <a:r>
              <a:rPr dirty="0"/>
              <a:t> van wat je </a:t>
            </a:r>
            <a:r>
              <a:rPr dirty="0" err="1"/>
              <a:t>geleerd</a:t>
            </a:r>
            <a:r>
              <a:rPr dirty="0"/>
              <a:t> </a:t>
            </a:r>
            <a:r>
              <a:rPr dirty="0" err="1"/>
              <a:t>hebt</a:t>
            </a:r>
            <a:endParaRPr dirty="0" err="1">
              <a:ea typeface="Calibri"/>
              <a:cs typeface="Calibri"/>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Kladschrift vs. Netschrift</a:t>
            </a:r>
          </a:p>
        </p:txBody>
      </p:sp>
      <p:sp>
        <p:nvSpPr>
          <p:cNvPr id="3" name="Content Placeholder 2"/>
          <p:cNvSpPr>
            <a:spLocks noGrp="1"/>
          </p:cNvSpPr>
          <p:nvPr>
            <p:ph idx="1"/>
          </p:nvPr>
        </p:nvSpPr>
        <p:spPr/>
        <p:txBody>
          <a:bodyPr/>
          <a:lstStyle/>
          <a:p>
            <a:endParaRPr/>
          </a:p>
          <a:p>
            <a:pPr>
              <a:defRPr sz="2400">
                <a:latin typeface="Calibri"/>
              </a:defRPr>
            </a:pPr>
            <a:r>
              <a:t>Kladschrift = oefenen, proberen, fouten maken</a:t>
            </a:r>
          </a:p>
          <a:p>
            <a:pPr>
              <a:defRPr sz="2400">
                <a:latin typeface="Calibri"/>
              </a:defRPr>
            </a:pPr>
            <a:r>
              <a:t>Netschrift = eindproduct, netjes en overzichtelijk</a:t>
            </a:r>
          </a:p>
          <a:p>
            <a:pPr>
              <a:defRPr sz="2400">
                <a:latin typeface="Calibri"/>
              </a:defRPr>
            </a:pPr>
            <a:r>
              <a:t>Alles in je netschrift bereid je eerst voor in je kladschrift</a:t>
            </a:r>
          </a:p>
          <a:p>
            <a:pPr>
              <a:defRPr sz="2400">
                <a:latin typeface="Calibri"/>
              </a:defRPr>
            </a:pPr>
            <a:r>
              <a:t>Zo maak je van ruwe ideeën een blijvende versie</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Wanneer schrijven we erin?</a:t>
            </a:r>
          </a:p>
        </p:txBody>
      </p:sp>
      <p:sp>
        <p:nvSpPr>
          <p:cNvPr id="3" name="Content Placeholder 2"/>
          <p:cNvSpPr>
            <a:spLocks noGrp="1"/>
          </p:cNvSpPr>
          <p:nvPr>
            <p:ph idx="1"/>
          </p:nvPr>
        </p:nvSpPr>
        <p:spPr/>
        <p:txBody>
          <a:bodyPr>
            <a:normAutofit lnSpcReduction="10000"/>
          </a:bodyPr>
          <a:lstStyle/>
          <a:p>
            <a:endParaRPr/>
          </a:p>
          <a:p>
            <a:pPr>
              <a:defRPr sz="2400">
                <a:latin typeface="Calibri"/>
              </a:defRPr>
            </a:pPr>
            <a:r>
              <a:t>Een paar keer per periode tijdens een speciale les</a:t>
            </a:r>
          </a:p>
          <a:p>
            <a:pPr>
              <a:defRPr sz="2400">
                <a:latin typeface="Calibri"/>
              </a:defRPr>
            </a:pPr>
            <a:r>
              <a:t>Tussendoor mag je er ook in schrijven als je dat wilt</a:t>
            </a:r>
          </a:p>
          <a:p>
            <a:pPr>
              <a:defRPr sz="2400">
                <a:latin typeface="Calibri"/>
              </a:defRPr>
            </a:pPr>
            <a:r>
              <a:t>Thuis kun je opdrachten netjes overschrijven of aanvullen</a:t>
            </a:r>
          </a:p>
          <a:p>
            <a:pPr>
              <a:defRPr sz="2400">
                <a:latin typeface="Calibri"/>
              </a:defRPr>
            </a:pPr>
            <a:r>
              <a:t>Zie het als een groot moment – alsof je een boek schrijft</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Waarom met de hand?</a:t>
            </a:r>
          </a:p>
        </p:txBody>
      </p:sp>
      <p:sp>
        <p:nvSpPr>
          <p:cNvPr id="3" name="Content Placeholder 2"/>
          <p:cNvSpPr>
            <a:spLocks noGrp="1"/>
          </p:cNvSpPr>
          <p:nvPr>
            <p:ph idx="1"/>
          </p:nvPr>
        </p:nvSpPr>
        <p:spPr/>
        <p:txBody>
          <a:bodyPr/>
          <a:lstStyle/>
          <a:p>
            <a:endParaRPr/>
          </a:p>
          <a:p>
            <a:pPr>
              <a:defRPr sz="2400">
                <a:latin typeface="Calibri"/>
              </a:defRPr>
            </a:pPr>
            <a:r>
              <a:t>Je onthoudt dingen beter als je ze opschrijft</a:t>
            </a:r>
          </a:p>
          <a:p>
            <a:pPr>
              <a:defRPr sz="2400">
                <a:latin typeface="Calibri"/>
              </a:defRPr>
            </a:pPr>
            <a:r>
              <a:t>Je denkt rustiger en geconcentreerder dan op een laptop</a:t>
            </a:r>
          </a:p>
          <a:p>
            <a:pPr>
              <a:defRPr sz="2400">
                <a:latin typeface="Calibri"/>
              </a:defRPr>
            </a:pPr>
            <a:r>
              <a:t>Handgeschreven werk voelt persoonlijker en creatiever</a:t>
            </a:r>
          </a:p>
          <a:p>
            <a:pPr>
              <a:defRPr sz="2400">
                <a:latin typeface="Calibri"/>
              </a:defRPr>
            </a:pPr>
            <a:r>
              <a:t>Het schrift wordt uniek en echt van jou</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Maak er iets persoonlijks van</a:t>
            </a:r>
          </a:p>
        </p:txBody>
      </p:sp>
      <p:sp>
        <p:nvSpPr>
          <p:cNvPr id="3" name="Content Placeholder 2"/>
          <p:cNvSpPr>
            <a:spLocks noGrp="1"/>
          </p:cNvSpPr>
          <p:nvPr>
            <p:ph idx="1"/>
          </p:nvPr>
        </p:nvSpPr>
        <p:spPr/>
        <p:txBody>
          <a:bodyPr/>
          <a:lstStyle/>
          <a:p>
            <a:endParaRPr/>
          </a:p>
          <a:p>
            <a:pPr>
              <a:defRPr sz="2400">
                <a:latin typeface="Calibri"/>
              </a:defRPr>
            </a:pPr>
            <a:r>
              <a:t>Versier de voorkant met tekeningen, collages of stickers</a:t>
            </a:r>
          </a:p>
          <a:p>
            <a:pPr>
              <a:defRPr sz="2400">
                <a:latin typeface="Calibri"/>
              </a:defRPr>
            </a:pPr>
            <a:r>
              <a:t>Voeg plaatjes toe of teken bij opdrachten</a:t>
            </a:r>
          </a:p>
          <a:p>
            <a:pPr>
              <a:defRPr sz="2400">
                <a:latin typeface="Calibri"/>
              </a:defRPr>
            </a:pPr>
            <a:r>
              <a:t>Zo wordt jouw netschrift uniek en creatief</a:t>
            </a:r>
          </a:p>
          <a:p>
            <a:pPr>
              <a:defRPr sz="2400">
                <a:latin typeface="Calibri"/>
              </a:defRPr>
            </a:pPr>
            <a:r>
              <a:t>Hoe mooier en persoonlijker, hoe trotser je later bent</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Trots zijn op je werk</a:t>
            </a:r>
          </a:p>
        </p:txBody>
      </p:sp>
      <p:sp>
        <p:nvSpPr>
          <p:cNvPr id="3" name="Content Placeholder 2"/>
          <p:cNvSpPr>
            <a:spLocks noGrp="1"/>
          </p:cNvSpPr>
          <p:nvPr>
            <p:ph idx="1"/>
          </p:nvPr>
        </p:nvSpPr>
        <p:spPr/>
        <p:txBody>
          <a:bodyPr/>
          <a:lstStyle/>
          <a:p>
            <a:endParaRPr/>
          </a:p>
          <a:p>
            <a:pPr>
              <a:defRPr sz="2400">
                <a:latin typeface="Calibri"/>
              </a:defRPr>
            </a:pPr>
            <a:r>
              <a:t>Zorg dat je schrift er netjes uitziet</a:t>
            </a:r>
          </a:p>
          <a:p>
            <a:pPr>
              <a:defRPr sz="2400">
                <a:latin typeface="Calibri"/>
              </a:defRPr>
            </a:pPr>
            <a:r>
              <a:t>Het is een boek dat je kunt laten zien</a:t>
            </a:r>
          </a:p>
          <a:p>
            <a:pPr>
              <a:defRPr sz="2400">
                <a:latin typeface="Calibri"/>
              </a:defRPr>
            </a:pPr>
            <a:r>
              <a:t>Jij bepaalt hoe mooi jouw netschrift wordt</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Meer dan schoolwerk</a:t>
            </a:r>
          </a:p>
        </p:txBody>
      </p:sp>
      <p:sp>
        <p:nvSpPr>
          <p:cNvPr id="3" name="Content Placeholder 2"/>
          <p:cNvSpPr>
            <a:spLocks noGrp="1"/>
          </p:cNvSpPr>
          <p:nvPr>
            <p:ph idx="1"/>
          </p:nvPr>
        </p:nvSpPr>
        <p:spPr/>
        <p:txBody>
          <a:bodyPr/>
          <a:lstStyle/>
          <a:p>
            <a:endParaRPr/>
          </a:p>
          <a:p>
            <a:pPr>
              <a:defRPr sz="2400">
                <a:latin typeface="Calibri"/>
              </a:defRPr>
            </a:pPr>
            <a:r>
              <a:t>Het laat zien wat je dit jaar geleerd hebt</a:t>
            </a:r>
          </a:p>
          <a:p>
            <a:pPr>
              <a:defRPr sz="2400">
                <a:latin typeface="Calibri"/>
              </a:defRPr>
            </a:pPr>
            <a:r>
              <a:t>Het is een herinnering voor later</a:t>
            </a:r>
          </a:p>
          <a:p>
            <a:pPr>
              <a:defRPr sz="2400">
                <a:latin typeface="Calibri"/>
              </a:defRPr>
            </a:pPr>
            <a:r>
              <a:t>Misschien inspireer je er zelfs anderen mee</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Slot</a:t>
            </a:r>
          </a:p>
        </p:txBody>
      </p:sp>
      <p:sp>
        <p:nvSpPr>
          <p:cNvPr id="3" name="Content Placeholder 2"/>
          <p:cNvSpPr>
            <a:spLocks noGrp="1"/>
          </p:cNvSpPr>
          <p:nvPr>
            <p:ph idx="1"/>
          </p:nvPr>
        </p:nvSpPr>
        <p:spPr/>
        <p:txBody>
          <a:bodyPr/>
          <a:lstStyle/>
          <a:p>
            <a:pPr marL="0" indent="0">
              <a:buNone/>
              <a:defRPr sz="2400">
                <a:latin typeface="Calibri"/>
              </a:defRPr>
            </a:pPr>
            <a:r>
              <a:rPr dirty="0"/>
              <a:t>Maak er iets bijzonders van!</a:t>
            </a:r>
            <a:endParaRPr lang="nl-NL">
              <a:latin typeface="Garamond" panose="02020404030301010803"/>
            </a:endParaRPr>
          </a:p>
          <a:p>
            <a:pPr marL="0" indent="0">
              <a:buNone/>
              <a:defRPr sz="2400">
                <a:latin typeface="Calibri"/>
              </a:defRPr>
            </a:pPr>
            <a:endParaRPr dirty="0">
              <a:ea typeface="Calibri"/>
              <a:cs typeface="Calibri"/>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Netschrift | Wat Is Het Doel?</a:t>
            </a:r>
          </a:p>
        </p:txBody>
      </p:sp>
      <p:sp>
        <p:nvSpPr>
          <p:cNvPr id="3" name="Content Placeholder 2"/>
          <p:cNvSpPr>
            <a:spLocks noGrp="1"/>
          </p:cNvSpPr>
          <p:nvPr>
            <p:ph idx="1"/>
          </p:nvPr>
        </p:nvSpPr>
        <p:spPr/>
        <p:txBody>
          <a:bodyPr/>
          <a:lstStyle/>
          <a:p>
            <a:pPr>
              <a:defRPr sz="2000"/>
            </a:pPr>
            <a:r>
              <a:t>Je netschrift is geen kladblok maar een persoonlijk groeidossier.</a:t>
            </a:r>
          </a:p>
          <a:p>
            <a:pPr>
              <a:defRPr sz="2000"/>
            </a:pPr>
            <a:r>
              <a:t>Je laat erin zien wat je leerde, wat je herschreef en hoe je feedback gebruikte.</a:t>
            </a:r>
          </a:p>
          <a:p>
            <a:pPr>
              <a:defRPr sz="2000"/>
            </a:pPr>
            <a:r>
              <a:t>Het schrift maakt ontwikkeling zichtbaar: inhoudelijk, talig en persoonlijk.</a:t>
            </a:r>
          </a:p>
          <a:p>
            <a:pPr>
              <a:defRPr sz="2000"/>
            </a:pPr>
            <a:r>
              <a:t>Netheid en zorg zijn belangrijk, maar altijd in dienst van betekenis en groei.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Netschrift | Werkwijze</a:t>
            </a:r>
          </a:p>
        </p:txBody>
      </p:sp>
      <p:sp>
        <p:nvSpPr>
          <p:cNvPr id="3" name="Content Placeholder 2"/>
          <p:cNvSpPr>
            <a:spLocks noGrp="1"/>
          </p:cNvSpPr>
          <p:nvPr>
            <p:ph idx="1"/>
          </p:nvPr>
        </p:nvSpPr>
        <p:spPr/>
        <p:txBody>
          <a:bodyPr/>
          <a:lstStyle/>
          <a:p>
            <a:pPr>
              <a:defRPr sz="2000"/>
            </a:pPr>
            <a:r>
              <a:t>1. Bekijk feedback en kies sterke punten.</a:t>
            </a:r>
          </a:p>
          <a:p>
            <a:pPr>
              <a:defRPr sz="2000"/>
            </a:pPr>
            <a:r>
              <a:t>2. Benoem concrete verbeterpunten.</a:t>
            </a:r>
          </a:p>
          <a:p>
            <a:pPr>
              <a:defRPr sz="2000"/>
            </a:pPr>
            <a:r>
              <a:t>3. Werk feedback én feedforward uit.</a:t>
            </a:r>
          </a:p>
          <a:p>
            <a:pPr>
              <a:defRPr sz="2000"/>
            </a:pPr>
            <a:r>
              <a:t>4. Zet een verzorgde, doordachte versie in je netschrift.</a:t>
            </a:r>
          </a:p>
          <a:p>
            <a:pPr>
              <a:defRPr sz="2000"/>
            </a:pPr>
            <a:r>
              <a:t>5. Kijk terug: wat zegt dit over jouw ontwikkeling als schrijver en leerling?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Netschrift | Succescriteria</a:t>
            </a:r>
          </a:p>
        </p:txBody>
      </p:sp>
      <p:sp>
        <p:nvSpPr>
          <p:cNvPr id="3" name="Content Placeholder 2"/>
          <p:cNvSpPr>
            <a:spLocks noGrp="1"/>
          </p:cNvSpPr>
          <p:nvPr>
            <p:ph idx="1"/>
          </p:nvPr>
        </p:nvSpPr>
        <p:spPr/>
        <p:txBody>
          <a:bodyPr/>
          <a:lstStyle/>
          <a:p>
            <a:pPr>
              <a:defRPr sz="2000"/>
            </a:pPr>
            <a:r>
              <a:t>Je verwerkt feedback zichtbaar en eerlijk.</a:t>
            </a:r>
          </a:p>
          <a:p>
            <a:pPr>
              <a:defRPr sz="2000"/>
            </a:pPr>
            <a:r>
              <a:t>Je formuleert nauwkeurig en verzorgt spelling en vorm.</a:t>
            </a:r>
          </a:p>
          <a:p>
            <a:pPr>
              <a:defRPr sz="2000"/>
            </a:pPr>
            <a:r>
              <a:t>Je vat samen, ordent en kiest bewust wat belangrijk genoeg is voor je netschrift.</a:t>
            </a:r>
          </a:p>
          <a:p>
            <a:pPr>
              <a:defRPr sz="2000"/>
            </a:pPr>
            <a:r>
              <a:t>Je maakt het schrift persoonlijk, overzichtelijk en betekenisvol voor later.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Netschrift | Projectkompas</a:t>
            </a:r>
          </a:p>
        </p:txBody>
      </p:sp>
      <p:sp>
        <p:nvSpPr>
          <p:cNvPr id="3" name="Content Placeholder 2"/>
          <p:cNvSpPr>
            <a:spLocks noGrp="1"/>
          </p:cNvSpPr>
          <p:nvPr>
            <p:ph idx="1"/>
          </p:nvPr>
        </p:nvSpPr>
        <p:spPr/>
        <p:txBody>
          <a:bodyPr/>
          <a:lstStyle/>
          <a:p>
            <a:pPr>
              <a:defRPr sz="2000"/>
            </a:pPr>
            <a:r>
              <a:t>Hoofdvaardigheid in Magister: Reflectie</a:t>
            </a:r>
          </a:p>
          <a:p>
            <a:pPr>
              <a:defRPr sz="2000"/>
            </a:pPr>
            <a:r>
              <a:t>Ondersteunende vaardigheden: Taalverzorging, Schrijven</a:t>
            </a:r>
          </a:p>
          <a:p>
            <a:pPr>
              <a:defRPr sz="2000"/>
            </a:pPr>
            <a:r>
              <a:t>In Netschrift verschuift de beoordeling vooral op Reflectie: terugkijken op taalontwikkeling, feedback verwerken en werk zorgvuldig en taalbewust vastleggen in een persoonlijk groeidossier.</a:t>
            </a:r>
          </a:p>
          <a:p>
            <a:pPr>
              <a:defRPr sz="2000"/>
            </a:pPr>
            <a:r>
              <a:t>Tijdens Netschrift laat je zien hoe je werk groeit. Je wordt beoordeeld op hoe zorgvuldig je je taalwerk bijhoudt, feedback verwerkt en kunt terughalen wat voor jou de belangrijkste punten zijn.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Netschrift | Focus van de beoordeling</a:t>
            </a:r>
          </a:p>
        </p:txBody>
      </p:sp>
      <p:sp>
        <p:nvSpPr>
          <p:cNvPr id="3" name="Content Placeholder 2"/>
          <p:cNvSpPr>
            <a:spLocks noGrp="1"/>
          </p:cNvSpPr>
          <p:nvPr>
            <p:ph idx="1"/>
          </p:nvPr>
        </p:nvSpPr>
        <p:spPr/>
        <p:txBody>
          <a:bodyPr/>
          <a:lstStyle/>
          <a:p>
            <a:pPr>
              <a:defRPr sz="2000"/>
            </a:pPr>
            <a:r>
              <a:t>Reflectie: reflecteren op eigen taalgebruik en taalontwikkeling</a:t>
            </a:r>
          </a:p>
          <a:p>
            <a:pPr>
              <a:defRPr sz="2000"/>
            </a:pPr>
            <a:r>
              <a:t>Reflectie: feedback gebruiken</a:t>
            </a:r>
          </a:p>
          <a:p>
            <a:pPr>
              <a:defRPr sz="2000"/>
            </a:pPr>
            <a:r>
              <a:t>Reflectie: reviseren en verbeteren van producten</a:t>
            </a:r>
          </a:p>
          <a:p>
            <a:pPr>
              <a:defRPr sz="2000"/>
            </a:pPr>
            <a:r>
              <a:t>Reflectie: leerdoelen formuleren en bijstellen</a:t>
            </a:r>
          </a:p>
          <a:p>
            <a:pPr>
              <a:defRPr sz="2000"/>
            </a:pPr>
            <a:r>
              <a:t>Taalverzorging: aandacht voor taalverzorging en taalgebruik</a:t>
            </a:r>
          </a:p>
          <a:p>
            <a:pPr>
              <a:defRPr sz="2000"/>
            </a:pPr>
            <a:r>
              <a:t>Taalverzorging: correct toepassen van spellingregels en interpunctie</a:t>
            </a:r>
          </a:p>
          <a:p>
            <a:pPr>
              <a:defRPr sz="2000"/>
            </a:pPr>
            <a:r>
              <a:t>Taalverzorging: schrijven volgens conventies</a:t>
            </a:r>
          </a:p>
          <a:p>
            <a:pPr>
              <a:defRPr sz="2000"/>
            </a:pPr>
            <a:r>
              <a:t>Taalverzorging: nauwkeurig formuleren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Netschrift | Ondersteunende labels</a:t>
            </a:r>
          </a:p>
        </p:txBody>
      </p:sp>
      <p:sp>
        <p:nvSpPr>
          <p:cNvPr id="3" name="Content Placeholder 2"/>
          <p:cNvSpPr>
            <a:spLocks noGrp="1"/>
          </p:cNvSpPr>
          <p:nvPr>
            <p:ph idx="1"/>
          </p:nvPr>
        </p:nvSpPr>
        <p:spPr/>
        <p:txBody>
          <a:bodyPr/>
          <a:lstStyle/>
          <a:p>
            <a:pPr>
              <a:defRPr sz="2000"/>
            </a:pPr>
            <a:r>
              <a:t>Schrijven: samenvatten</a:t>
            </a:r>
          </a:p>
          <a:p>
            <a:pPr>
              <a:defRPr sz="2000"/>
            </a:pPr>
            <a:r>
              <a:t>Schrijven: gedachten en inzichten ordenen en onderbouwen</a:t>
            </a:r>
          </a:p>
          <a:p>
            <a:pPr>
              <a:defRPr sz="2000"/>
            </a:pPr>
            <a:r>
              <a:t>Schrijven: reviseren met oog op doel</a:t>
            </a:r>
          </a:p>
          <a:p>
            <a:pPr>
              <a:defRPr sz="2000"/>
            </a:pPr>
            <a:r>
              <a:t>Taalbewustzijn &amp; stijl: eigen stijl en repertoire verkennen</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rotWithShape="1">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2.xml><?xml version="1.0" encoding="utf-8"?>
<a:theme xmlns:a="http://schemas.openxmlformats.org/drawingml/2006/main" name="Kantoorth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Kantoorth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25DC0A9ABEB7B4C885AB0F8BE6A0D4E" ma:contentTypeVersion="16" ma:contentTypeDescription="Een nieuw document maken." ma:contentTypeScope="" ma:versionID="6b110463e1a2aca5c75629579d65f3d8">
  <xsd:schema xmlns:xsd="http://www.w3.org/2001/XMLSchema" xmlns:xs="http://www.w3.org/2001/XMLSchema" xmlns:p="http://schemas.microsoft.com/office/2006/metadata/properties" xmlns:ns2="095c03f6-fb9d-4ecd-9197-1a252d903cbf" xmlns:ns3="023a12fa-388e-4a6f-9426-0bf5da8ae330" targetNamespace="http://schemas.microsoft.com/office/2006/metadata/properties" ma:root="true" ma:fieldsID="cfbdbe59c3556b1b87c330001dfe407d" ns2:_="" ns3:_="">
    <xsd:import namespace="095c03f6-fb9d-4ecd-9197-1a252d903cbf"/>
    <xsd:import namespace="023a12fa-388e-4a6f-9426-0bf5da8ae330"/>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ObjectDetectorVersions" minOccurs="0"/>
                <xsd:element ref="ns2:MediaServiceSearchProperties" minOccurs="0"/>
                <xsd:element ref="ns2:NT"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95c03f6-fb9d-4ecd-9197-1a252d903cb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lcf76f155ced4ddcb4097134ff3c332f" ma:index="15" nillable="true" ma:taxonomy="true" ma:internalName="lcf76f155ced4ddcb4097134ff3c332f" ma:taxonomyFieldName="MediaServiceImageTags" ma:displayName="Afbeeldingtags" ma:readOnly="false" ma:fieldId="{5cf76f15-5ced-4ddc-b409-7134ff3c332f}" ma:taxonomyMulti="true" ma:sspId="dde8ed53-59b2-4452-b431-ba5103509b5f"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NT" ma:index="22" nillable="true" ma:displayName="NT" ma:format="Dropdown" ma:internalName="NT">
      <xsd:simpleType>
        <xsd:restriction base="dms:Text">
          <xsd:maxLength value="255"/>
        </xsd:restriction>
      </xsd:simpleType>
    </xsd:element>
    <xsd:element name="MediaServiceLocation" ma:index="23"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23a12fa-388e-4a6f-9426-0bf5da8ae330" elementFormDefault="qualified">
    <xsd:import namespace="http://schemas.microsoft.com/office/2006/documentManagement/types"/>
    <xsd:import namespace="http://schemas.microsoft.com/office/infopath/2007/PartnerControls"/>
    <xsd:element name="SharedWithUsers" ma:index="12" nillable="true" ma:displayName="Gedeeld met"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Gedeeld met details" ma:internalName="SharedWithDetails" ma:readOnly="true">
      <xsd:simpleType>
        <xsd:restriction base="dms:Note">
          <xsd:maxLength value="255"/>
        </xsd:restriction>
      </xsd:simpleType>
    </xsd:element>
    <xsd:element name="TaxCatchAll" ma:index="16" nillable="true" ma:displayName="Taxonomy Catch All Column" ma:hidden="true" ma:list="{02d9309d-5108-4344-9775-d7cd0d91e79f}" ma:internalName="TaxCatchAll" ma:showField="CatchAllData" ma:web="023a12fa-388e-4a6f-9426-0bf5da8ae33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095c03f6-fb9d-4ecd-9197-1a252d903cbf">
      <Terms xmlns="http://schemas.microsoft.com/office/infopath/2007/PartnerControls"/>
    </lcf76f155ced4ddcb4097134ff3c332f>
    <NT xmlns="095c03f6-fb9d-4ecd-9197-1a252d903cbf" xsi:nil="true"/>
    <TaxCatchAll xmlns="023a12fa-388e-4a6f-9426-0bf5da8ae330" xsi:nil="true"/>
  </documentManagement>
</p:properties>
</file>

<file path=customXml/itemProps1.xml><?xml version="1.0" encoding="utf-8"?>
<ds:datastoreItem xmlns:ds="http://schemas.openxmlformats.org/officeDocument/2006/customXml" ds:itemID="{E5EC53B3-D64C-47B7-9E4B-B3BA1297713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95c03f6-fb9d-4ecd-9197-1a252d903cbf"/>
    <ds:schemaRef ds:uri="023a12fa-388e-4a6f-9426-0bf5da8ae33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85C1C73-F473-4ABF-92EB-AA46344E6A7C}">
  <ds:schemaRefs>
    <ds:schemaRef ds:uri="http://schemas.microsoft.com/sharepoint/v3/contenttype/forms"/>
  </ds:schemaRefs>
</ds:datastoreItem>
</file>

<file path=customXml/itemProps3.xml><?xml version="1.0" encoding="utf-8"?>
<ds:datastoreItem xmlns:ds="http://schemas.openxmlformats.org/officeDocument/2006/customXml" ds:itemID="{9B405309-74B1-4EBA-AA11-B958FC2E0559}">
  <ds:schemaRefs>
    <ds:schemaRef ds:uri="http://purl.org/dc/elements/1.1/"/>
    <ds:schemaRef ds:uri="http://schemas.microsoft.com/office/2006/documentManagement/types"/>
    <ds:schemaRef ds:uri="http://schemas.openxmlformats.org/package/2006/metadata/core-properties"/>
    <ds:schemaRef ds:uri="http://www.w3.org/XML/1998/namespace"/>
    <ds:schemaRef ds:uri="http://purl.org/dc/terms/"/>
    <ds:schemaRef ds:uri="http://purl.org/dc/dcmitype/"/>
    <ds:schemaRef ds:uri="095c03f6-fb9d-4ecd-9197-1a252d903cbf"/>
    <ds:schemaRef ds:uri="http://schemas.microsoft.com/office/infopath/2007/PartnerControls"/>
    <ds:schemaRef ds:uri="023a12fa-388e-4a6f-9426-0bf5da8ae330"/>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otalTime>6</TotalTime>
  <Words>259</Words>
  <Application>Microsoft Macintosh PowerPoint</Application>
  <PresentationFormat>Diavoorstelling (4:3)</PresentationFormat>
  <Paragraphs>42</Paragraphs>
  <Slides>9</Slides>
  <Notes>1</Notes>
  <HiddenSlides>0</HiddenSlides>
  <MMClips>0</MMClips>
  <ScaleCrop>false</ScaleCrop>
  <HeadingPairs>
    <vt:vector size="6" baseType="variant">
      <vt:variant>
        <vt:lpstr>Gebruikte lettertypen</vt:lpstr>
      </vt:variant>
      <vt:variant>
        <vt:i4>4</vt:i4>
      </vt:variant>
      <vt:variant>
        <vt:lpstr>Thema</vt:lpstr>
      </vt:variant>
      <vt:variant>
        <vt:i4>1</vt:i4>
      </vt:variant>
      <vt:variant>
        <vt:lpstr>Diatitels</vt:lpstr>
      </vt:variant>
      <vt:variant>
        <vt:i4>9</vt:i4>
      </vt:variant>
    </vt:vector>
  </HeadingPairs>
  <TitlesOfParts>
    <vt:vector size="14" baseType="lpstr">
      <vt:lpstr>Aptos</vt:lpstr>
      <vt:lpstr>Arial</vt:lpstr>
      <vt:lpstr>Calibri</vt:lpstr>
      <vt:lpstr>Garamond</vt:lpstr>
      <vt:lpstr>Organic</vt:lpstr>
      <vt:lpstr>PowerPoint-presentatie</vt:lpstr>
      <vt:lpstr>Wat is een Netschrift?</vt:lpstr>
      <vt:lpstr>Kladschrift vs. Netschrift</vt:lpstr>
      <vt:lpstr>Wanneer schrijven we erin?</vt:lpstr>
      <vt:lpstr>Waarom met de hand?</vt:lpstr>
      <vt:lpstr>Maak er iets persoonlijks van</vt:lpstr>
      <vt:lpstr>Trots zijn op je werk</vt:lpstr>
      <vt:lpstr>Meer dan schoolwerk</vt:lpstr>
      <vt:lpstr>Slot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Luuk Hijne</cp:lastModifiedBy>
  <cp:revision>22</cp:revision>
  <dcterms:created xsi:type="dcterms:W3CDTF">2013-01-27T09:14:16Z</dcterms:created>
  <dcterms:modified xsi:type="dcterms:W3CDTF">2025-09-13T06:43:53Z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0x010100F25DC0A9ABEB7B4C885AB0F8BE6A0D4E</vt:lpwstr>
  </property>
  <property fmtid="{D5CDD505-2E9C-101B-9397-08002B2CF9AE}" pid="3" name="MediaServiceImageTags">
    <vt:lpwstr/>
  </property>
</Properties>
</file>